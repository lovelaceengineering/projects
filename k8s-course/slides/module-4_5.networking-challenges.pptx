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Il Microservizio Disperso: Debugging 3-Tier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Il Microservizio Disperso: Debugging 3-Tier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hard | Tempo stimato: 45–60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Un'architettura 3-tier (frontend → api → database) non funziona. Ci sono errori multipli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nascosti: un selector mismatch su un Service, un record DNS errato, e una NetworkPolicy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troppo restrittiva che blocca traffico legittimo.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Trova e correggi tutti i problemi per far funzionare l'intera catena.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tracciare il traffico attraverso i layer Service → Endpoint → Pod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Debugging DNS con nslookup e dig dall'interno dei Pod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Il Microservizio Disperso: Debugging 3-Tier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le NetworkPolicy possono bloccare traffico in modi non ovvi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NetworkPolicy Lockdown: Isolamento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NetworkPolicy Lockdown: Isolamento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Implementa una strategia default-deny e allowlist per isolare un database PostgreSQL.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Solo i Pod con label role: api devono poter connettersi al database sulla porta 5432.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Tutti gli altri tentativi di connessione devono essere bloccati.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funziona il default-deny con una NetworkPolicy vuota su podSelector: {}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differenza tra ingress e egress policy e quando servono entrambe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testare l'isolamento di rete con kubectl exec e nc/curl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