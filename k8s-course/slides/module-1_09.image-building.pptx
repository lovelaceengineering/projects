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Immagini Come Professionisti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Costruire immagini Docker ottimizzate con multi-stage build, distroless e utente non-root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la struttura interna di un'immagine OCI: manifest, layers, config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Interagire con un registry privato via API REST e Docker CLI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Distinguere Docker daemon, containerd e CRI — e usare `ctr`, `nerdctl`, `crictl`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Debuggare immagini rotte identificando dipendenze mancanti e problemi di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Anatomia di un'Immagine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di scrivere un Dockerfile, bisogna capire cosa c'è dentro un'immagine.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Un'immagine container è un insieme ordinato di layer immutabili più un file di configurazione.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il container runtime crea un container, monta i layer in sola lettura via OverlayFS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aggiunge un layer scrivibile sopra.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layer è un tar.gz delta che aggiunge, modifica o cancella file rispetto al layer precedente.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file cancellati vengono rappresentati con whiteout files (.wh.filename).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OCI Image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L'OCI Image Specification standardizza il formato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delle immagini in modo che strumenti diversi (Docker, Podman, containerd, Buildah) possano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le stesse immagini.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Una immagine OCI è composta da tre artefatti: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Image Manifest — il file JSON principale: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Esplorare un'immagine OCI direttamente: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Come Funziona un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registry è una semplice API HTTP(S) RESTful definita dalla OCI Distribution Spec.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Puoi interagire con il registry direttamente via curl: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Dockerfile Professionale: Multi-Stage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Dockerfile naif produce immagini grandi, lente da scaricare e con superficie d'attacco enorme.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pattern multi-stage separa l'ambiente di build da quello di runtime.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La Soluzione: Multi-Stage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Confronto dimensioni: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Layer Caching in Profondità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riusa i layer già presenti in cache se l'istruzione e il suo input non sono cambiati.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L'invalidazione è a cascata: se un layer viene invalidato, tutti i layer successivi vengono ricostruiti.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Regola d'oro: istruzioni che cambiano raramente in alto, quelle che cambiano spesso in basso.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Base Images: scratch, distroless, Alpine, Ubuntu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Scegliere la base image giusta è una decisione di sicurezza, non solo di dimensione.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`scratch`: 0 byte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`gcr.io/distroless/static`: ~2MB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`gcr.io/distroless/base`: ~20MB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`gcr.io/distroless/java17`: ~200MB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`alpine:3.20`: ~7MB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`debian:slim`: ~75MB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Base Images: scratch, distroless, Alpine, Ubuntu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`ubuntu:22.04`: ~77MB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6 Errori di `FROM scratch`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FROM scratch sembra l'opzione più sicura, ma presenta trappole nascoste: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CA certificates mancanti — HTTPS fallisce senza /etc/ssl/certs/ca-certificates.crt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Directory di sistema assenti — /tmp, /var, /home non esistono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User/group files mancanti — /etc/passwd, /etc/group assenti: --user non funziona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4. Timezone data assente — /usr/share/zoneinfo/ mancante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5. Shared libraries assenti — binari dinamicamente linkati non partono senza libc.so.6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6. Network config assente — /etc/nsswitch.conf mancante: DNS resolution può fallire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6 Errori di `FROM scratch`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Soluzione: per la maggior parte dei casi, usare distroless invece di scratch —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include CA certs, passwd/group, tzdata ma niente shell né package manager.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Utente Non-Root: Sicurezza Fondamentale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container che girano come root (UID 0) sono pericolosi: se il processo viene compromesso,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l'attaccante ha accesso root al filesystem del container e, potenzialmente (con escape di namespace),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containerd, Docker Daemon e CRI: Architettura Completa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Cosa fa ogni componente: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`docker` CLI: Docker daemon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`dockerd`: containerd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`containerd`: runc/shim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`ctr`: containerd API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`nerdctl`: containerd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`crictl`: CRI socket (`/run/containerd/containerd.sock`)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containerd, Docker Daemon e CRI: Architettura Completa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`runc`: Linux kernel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Namespace separati — store di immagini distinti: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containerd usa i namespace per separare le immagini dei vari client. Ogni tool vede solo le immagini nel proprio namespace: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`docker`: `moby`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`nerdctl`: `default`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`crictl`: `k8s.io`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Perché containerd è il runtime default di Kubernetes: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containerd, Docker Daemon e CRI: Architettura Completa 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deprecò dockershim (il layer di compatibilità Docker-CRI) in K8s 1.20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lo rimossero in 1.24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containerd implementa direttamente il CRI (Container Runtime Interface) via gRPC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Più leggero di Docker: niente daemon con socket Unix aggiuntivo, meno processi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Supporta snapshotter pluggabili: overlayfs (default), devmapper, zfs, btrfs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`ctr` — containerd basso livello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ctr è il CLI ufficiale di containerd. Verboso ma utile per capire l'architettura interna.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`nerdctl` — Docker-compatible per containerd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nerdctl ha la stessa interfaccia di docker ma parla direttamente con containerd.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`crictl` — CRI tools per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crictl comunica con il CRI socket e mostra cosa Kubernetes "vede" realmente.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1 — Ottimizzazione Immagine Go: da 800MB a 5MB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Partiamo da un'applicazione Go con HTTP server e la ottimizziamo in 4 passi.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Passo 1 — Dockerfile naif: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Passo 2 — Multi-stage: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Passo 3 — distroless: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Passo 4 — Layer cache ottimizzata (aggiungere go.mod):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3 — `ctr` vs `nerdctl` vs `crictl`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stessa operazione con tre CLI diverse per capire la prospettiva di ognuna: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4 — Dockerfile del Disastro → Dockerfile Professionale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Dato un Dockerfile problematico (Java), riscriverlo completamente: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Riepilogo Concetti Chiave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Riepilogo Concetti Chiave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**OCI Image**: manifest + config + layers (tar.gz SHA-256)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**Layer cache**: Invalida a cascata: metti `COPY sorgenti` il più in basso possibile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**Multi-stage**: Stage di build separato da stage di runtime con `COPY --from=`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**distroless**: Niente shell, niente package manager: superficie d'attacco minima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**Non-root**: `USER 10001` nel Dockerfile; `runAsNonRoot: true` in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**BuildKit secrets**: `--mount=type=secret` per secrets non inclusi nei layer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**containerd**: Runtime di Kubernetes; ctr/nerdctl/crictl per gestirlo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Riepilogo Concetti Chiave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**Registry API**: OCI Distribution Spec: `/v2/_catalog`, `/v2/&lt;name&gt;/manifests/&lt;ref&gt;`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questi tutorial su iximiuz Labs prima del prossimo incontro (60–90 min totali):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tutorials.docker-multi-stage-builds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tutorials.pitfalls-of-from-scratch-images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tutorials.containerd-cli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anche il Skill Path "Build Container Images Like a Pro":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https://labs.iximiuz.com/skill-paths/build-container-images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Image Spec — opencontainers/image-spec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Distribution Spec — API del registry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Distroless images — GoogleContainerTools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BuildKit secrets documentation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Specifiche e Standard Ufficiali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Image Specification — spec completa del formato immagine OCI: manifest, config, layers, image index (multi-platform)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Distribution Specification — API REST dei registry: push/pull, chunked upload, referrers API per attestazioni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Official Docs — Build — BuildKit, Dockerfile reference, build cache, secrets, multi-platform builds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Official Docs — Dockerfile Best Practices — guida ufficiale: layer ordering, COPY vs ADD, multi-stage, .dockerignore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Articoli Tecnici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OCI Image and Runtime Specs (iximiuz.com) — esplorazione delle spec OCI con comandi pratici e visualizzazioni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Exploring Container Image Layers (iximiuz.com) — come funzionano i layer, union filesystem, copy-on-write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Martin Heinz — Every Container User Should Know About Distroless — vantaggi, trade-off e debugging delle immagini distroless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Martin Heinz — Building Docker Images The Proper Way — ottimizzazione del build process: cache, multi-stage, layer ordering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Chainguard Academy — Secure Container Images — corso gratuito su immagini sicure, SBOM, firme digitali, zero-CVE images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Sicurezza delle Immagini e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Trivy — Aqua Security — scanner open source per vulnerabilità in immagini, filesystem, git repo,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Grype — Anchore — vulnerability scanner per immagini container e SBOM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Syft — Anchore — genera Software Bill of Materials (SBOM) da immagini container in formato SPDX, CycloneDX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Cosign — Sigstore — firma e verifica delle immagini container con chiavi keyless e Rekor transparency log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SLSA Framework — Supply chain Levels for Software Artifacts: framework per la sicurezza della supply chain software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Scout — analisi delle vulnerabilità e policy integrata in Docker Desktop e Docker Hub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Strumenti 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moby/buildkit — il backend di build di Docker: cache distribuita, multi-platform, secrets, SSH forwarding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GoogleContainerTools/distroless — immagini distroless ufficiali di Google: static, base, cc, java, python, nodejs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chainguard-images — immagini minimali con CVE count zero, aggiornate quotidianamente, firmate con cosign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containerd — il runtime container di riferimento usato da Kubernetes, Docker, minikube, k3s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nerdctl — Docker-compatible CLI per containerd con supporto BuildKit nativo e Compose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Formati Alternativi di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Buildpacks.io — Cloud Native Buildpacks — costruisci immagini senza Dockerfile: rilevamento automatico del linguaggio, patch automatiche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ko — Build Go containers — build di immagini Go senza Dockerfile, push diretto al registry, integrazione nativa con K8s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Jib — Google — build di immagini Java senza Docker daemon, plugin Maven/Gradle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Kaniko — Google — build di immagini Dockerfile all'interno di un container K8s, senza privilegi Docker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