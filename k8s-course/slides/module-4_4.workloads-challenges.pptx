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Workload 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Il Database che Dimentica: Deployment → StatefulSet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Il Database che Dimentica: Deployment → StatefulSet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PostgreSQL gira come Deployment e perde i dati ad ogni restart. Il tuo compito è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convertirlo in un StatefulSet con PVC persistente, gestire le credenziali tramite Secret,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aggiungere un initContainer per il setup iniziale.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 termine, i dati devono sopravvivere al kubectl delete pod.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differenze fondamentali tra Deployment e StatefulSet (identità stabile, PVC per Pod)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i volumeClaimTemplates creano PVC automatici per ogni replica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Il Database che Dimentica: Deployment → StatefulSet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Pattern di inizializzazione con initContainers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Rolling Update Senza Downtime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Rolling Update Senza Downtime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Esegui un rolling update di un Deployment con zero downtime mentre un client curl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gira in background e verifica la disponibilità. Configura correttamente maxSurge,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maxUnavailable, e la readinessProbe.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maxSurge e maxUnavailable controllano la velocità del rollout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Perché la readinessProbe è essenziale per evitare traffico verso Pod non pronti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verificare un rollout zero-downtime con test di carico in background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