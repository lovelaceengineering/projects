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Architettura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API Explorer: Kubernetes via curl e kubectl -v=8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API Explorer: Kubernetes via curl e kubectl -v=8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easy | Tempo stimato: 20–30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Interagisci con l'API server Kubernetes direttamente via curl e usa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--v=8 per rivelare le REST call sottostanti a ogni comando.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Scoprirai che kubectl non è altro che un client HTTP con un po' di sugar.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struttura delle URL dell'API Kubernetes (/api/v1/namespaces/.../pods)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autenticarsi con bearer token e certificati client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leggere il verbose output di kubectl per capire cosa succede davvero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Il Quartetto dei Pod Rotti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Il Quartetto dei Pod Rotti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hard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Quattro Pod in stati di errore diversi attendono di essere riparati: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CrashLoopBackOff, Pending, ImagePullBackOff, e OOMKilled.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Diagnostica e correggi ciascuno entro 30 minuti usando kubectl describe,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logs, e kubectl debug.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 differenze tra gli stati di errore dei Pod e come distinguerli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workflow di debugging sistematico: Events → Logs → Exec/Debug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Il Quartetto dei Pod Rotti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 motivi più comuni per cui un Pod non parte e come risolverli rapidamente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