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744575"/>
            <a:ext cx="8520600" cy="205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237E"/>
                </a:solidFill>
              </a:defRPr>
            </a:pPr>
            <a:r>
              <a:t>Stack di Osservabilità Avanzato: Prometheus, Loki, Grafana, Thanos, Mimir e OpenTelemetry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595959"/>
                </a:solidFill>
              </a:defRPr>
            </a:pPr>
            <a:r>
              <a:t>Modulo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Obiettivi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Descrivere l'architettura completa dello stack LGTM (Loki, Grafana, Tempo, Mimir)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Configurare Loki per la raccolta log con Promtail o Grafana Alloy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Spiegare le differenze tra Thanos e Mimir per lo storage a lungo termine di Prometheus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Scegliere tra Thanos e Mimir in base ai requisiti del progetto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Installare e configurare l'OpenTelemetry Collector in Kubernetes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Usare l'auto-strumentazione OTel per raccogliere trace senza modificare il codice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Teoria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Prometheus: Riassunto Architetturale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Prometheus è il cuore delle metriche in Kubernetes. Riassunto rapido: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**Prometheus Server**: Scraping pull-based, TSDB locale, valutazione regole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**Alertmanager**: Routing alert → Slack, PagerDuty, email, webhook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**Exporters**: node-exporter (host), kube-state-metrics (oggetti K8s)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**ServiceMonitor/PodMonitor**: CRD per configurare target di scraping (Prometheus Operator)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Limiti di Prometheus standalone: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Storage locale → no HA (se il Pod muore, perdi la storia)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Prometheus: Riassunto Architetturale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Retention limitata (tipicamente 15d–30d per ragioni di spazio)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Nessuna vista globale su più cluster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Nessun multi-tenancy nativo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Questi limiti portano a Thanos e Mimir.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Thanos: Scalare Prometheus con il Pattern Sidecar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Thanos estende Prometheus senza sostituirlo. Aggiunge componenti laterali che abilitano: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Storage a lungo termine su object storage (S3, GCS, Azure Blob)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Query globali su più cluster Prometheus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Compattazione e downsampling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Architettura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**Sidecar**: Gira accanto a Prometheus, carica blocchi su object storage, serve query real-time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**Store Gateway**: Serve dati storici dall'object storage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**Querier**: Interfaccia PromQL unificata, fan-out su sidecar + store gateway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**Compactor**: Compatta blocchi, applica downsampling (5m, 1h), gestisce retention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**Ruler** (opzionale): Valuta regole e alert su dati storici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Quando scegliere Thanos: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Hai già Prometheus e vuoi aggiungere long-term storage gradualmente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Architettura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Pattern sidecar = impatto minimo sull'infrastruttura esistente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Vuoi una vista globale su cluster multipli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Mimir: Storage Metriche Scalabile Nativamente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Grafana Mimir è un backend metriche microservizio-nativo. A differenza di Thanos (sidecar), Mimir riceve le metriche via remote write — Prometheus le invia attivamente.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Architettura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Differenze chiave rispetto a Thanos: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**Pattern**: Sidecar accanto a Prometheus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**Multi-tenancy**: No nativo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**Migrazione**: Graduale (aggiungi sidecar)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**HA ingestion**: Prometheus in HA + dedup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**Query performance**: Buona (fan-out)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**Operationally**: Più semplice inizialmente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Architettura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**Costo**: Meno compute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Quando scegliere Mimir: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Multi-tenancy è un requisito (SaaS, team multipli)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Scala molto grande (milioni di serie attive)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Vuoi query caching e splitting nativi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Stai già nell'ecosistema Grafana (Loki + Tempo + Mimir = LGTM)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Configurare remote_write in Prometheus: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Loki: Log Aggregation per Kubernetes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Loki è il "Prometheus dei log": indicizza solo le label, non il contenuto dei log. Questo lo rende ordini di grandezza più economico di Elasticsearch per i log Kubernetes.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Architettura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Raccolta log — opzioni: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**Promtail**: Agent originale di Loki, DaemonSet, semplice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**Grafana Alloy**: Sostituto di Promtail (2024+), pipeline configurabili, supporta OTel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**Fluent Bit**: Leggero, plugin Loki output, adatto se già in uso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Installazione con Helm: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Strategia label per K8s: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Label automatiche: namespace, pod, container, node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Architettura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Non aggiungere label ad alta cardinalità (es. request_id, user_id)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Usare il filtro |= o |~ per cercare nel contenuto dei log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Grafana: Il Pannello di Controllo Unificato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Grafana è la piattaforma di visualizzazione che unifica tutte le fonti dati: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Prometheus/Mimir: Metriche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Loki: Log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Tempo: Trace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Alertmanager: Alert attivi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Dashboard essenziali per K8s: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Cluster overview: CPU/RAM per nodo, Pod count, scheduling pressure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Grafana: Il Pannello di Controllo Unificato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Namespace resources: requests vs limits vs actual per namespace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Pod detail: CPU/RAM/network/restart per singolo Pod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Node exporter: disco, rete, load average per nodo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Grafana Unified Alerting (dalla v9):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Unified alerting sostituisce sia Alertmanager di Prometheus sia il vecchio sistema alert di Grafana con un'interfaccia unica.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OpenTelemetry: Il Layer di Raccolta Vendor-Neutral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OpenTelemetry (OTel) è lo standard CNCF per la raccolta di telemetria. Non è un backend — è il collettore e il formato che alimenta i backend.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**Traces**: Percorso della richiesta attraverso i servizi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**Metrics**: Counter, gauge, histogram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**Logs**: Messaggi strutturati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OTel Collector: Architettura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Modalità di deployment in K8s: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**DaemonSet**: Raccolta log/metriche da ogni nodo (kubelet, node-exporter)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**Deployment**: Raccolta centralizzata, gateway per OTLP da app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**Sidecar**: Isolamento per-Pod, più risorse ma più flessibile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OTel Operator — Auto-strumentazione: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L'operatore OpenTelemetry per Kubernetes abilita la zero-code instrumentation: inietta automaticamente le librerie OTel nei Pod tramite un webhook di ammissione.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Per abilitare l'auto-strumentazione su un Deployment, aggiungi un'annotazione: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Lo Stack Completo: Come Si Collega Tutto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Raccomandazione 2026: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Risorse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Risorse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Prometheus Documentation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Thanos Documentation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Grafana Mimir Documentation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Grafana Loki Documentation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Grafana Tempo Documentation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OpenTelemetry Documentation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OTel Operator — GitHub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Risorse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LGTM Stack Guide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Punti Chiave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Rivedere i concetti principali della lezione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Completare gli esercizi hands-on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Prepararsi per il prossimo incontro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