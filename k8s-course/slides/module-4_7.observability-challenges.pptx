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Challenge: Osservabilità e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Observability Setup: ServiceMonitor e Alert Rule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Observability Setup: ServiceMonitor e Alert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Installa kube-prometheus-stack con Helm, configura un ServiceMonitor per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un'applicazione custom che espone metriche su /metrics, e crea un PrometheusRule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 un alert personalizzato che scatta quando il rate di errori supera una soglia.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Prometheus Operator usa i CRD (ServiceMonitor, PrometheusRule)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flusso completo: app → ServiceMonitor → Prometheus → AlertManager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scrivere espressioni PromQL per alert realistici (rate, histogram)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Il Cluster Silenzioso: Nodo NotReady e Etcd Backup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Il Cluster Silenzioso: Nodo NotReady e Etcd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hard | Tempo stimato: 45–60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nodo è in stato NotReady, il metrics-server non funziona, e devi fare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backup di etcd prima di toccare qualsiasi cosa. Troubleshooting a strati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su un cluster Kubernetes reale, dove ogni azione deve essere ponderata.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workflow di troubleshooting sistematico: nodo → kubelet → runtime → rete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eseguire un backup/restore di etcd con etcdctl snapshot save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diagnosticare un nodo NotReady analizzando kubelet logs e condizioni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