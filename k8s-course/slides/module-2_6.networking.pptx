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Networking — Services, DNS e Ingress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Spiegare come kube-proxy implementa i Service con iptables/ipvs (ClusterIP come VIP virtuale)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Distinguere ClusterIP, NodePort, LoadBalancer, ExternalName e HeadlessService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Usare il DNS interno con FQDN completo e abbreviato, capire `ndots` e le sue implicazioni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Configurare un Ingress con TLS, multi-host e path-based routing su Traefik/nginx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Scrivere NetworkPolicy per isolare workload (default-deny, allowlist)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Teoria (50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Come Funziona il Networking di un Pod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Prima di capire i Service, bisogna capire come due Pod comunicano.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proprio network namespace con interfaccia eth0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indirizzo IP unico nell'IP range del cluster (CIDR del Pod network, es. 10.244.0.0/16)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Connettività diretta con qualsiasi altro Pod (anche su altri nodi) senza NAT tra Pod — il pacchetto mantiene l'IP sorgente del Pod mittente; il NAT...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CNI plugin (Flannel, Calico, Cilium...) configura questo networking al momento della creazione del Pod.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Service: Tipi e Funzionamento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Pod ha un IP temporaneo (cambia ad ogni restart). Un Service fornisce un IP stabile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 un DNS name per raggiungere un gruppo di Pod selezionati da spec.selector.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ClusterIP — Il Tipo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Cosa succede sotto il cofano: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1. kube-apiserver crea il Service con ClusterIP: 10.96.100.50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2. Endpoints controller (parte di kube-controller-manager) crea/aggiorna l'oggetto Endpoints con gli IP dei Pod che matchano il selector — kube-proxy NON crea Endpoints, li *legge* soltanto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3. kube-proxy su ogni nodo osserva Service + Endpoints e crea regole iptables: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Session Affinity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 default, i Service distribuiscono il traffico in modo casuale tra i Pod. Con sessionAffinity: ClientIP, tutte le richieste dallo stesso IP client vengono instradate allo stesso Pod: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Headless Service — Niente VIP, Solo DNS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 un Headless Service, il DNS restituisce direttamente gli IP dei Pod (non un VIP):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CoreDNS: Il DNS Interno di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Ogni Pod ha /etc/resolv.conf configurato automaticamente da kubelet: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FQDN completo (funziona sempre, da qualsiasi namespace):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Abbreviazioni (expand tramite search domains):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ndots: 5 e le sue implicazioni: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Ottimizzazione per applicazioni che fanno molti lookup esterni: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Ingress: Routing HTTP/HTTPS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Ingress resource è solo configurazione. Un Ingress Controller legge quella configurazione e configura il reverse proxy.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Exact: corrisponde esattamente a /path (non /path/, non /path/sub)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Prefix: corrisponde a /path e qualsiasi subpath (/path/, /path/sub/resource)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ImplementationSpecific: dipende dall'Ingress Controller (usa Prefix se non sicuro)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Gateway API: Il Successore di Ingress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La Gateway API è il successore ufficiale di Ingress, GA da Kubernetes 1.26+. Risolve i limiti di Ingress con un modello role-based più flessibile: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Vantaggi rispetto a Ingress: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Separazione dei ruoli: platform team configura Gateway, app team configura Route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Protocolli multipli: HTTP, HTTPS, TCP, UDP, gRPC (Ingress supporta solo HTTP/HTTPS)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Header matching: routing basato su header, query parameters, method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Traffic splitting: canary deployment nativi con weight-based routing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NetworkPolicy: Sicurezza di Rete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 default, Kubernetes è default-allow: ogni Pod può comunicare con qualsiasi altro Pod.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Una NetworkPolicy impone regole di isolamento basate su selector.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IMPORTANTE: NetworkPolicy richiede un CNI plugin che la supporti (Calico, Cilium, Weave).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Flannel da solo NON supporta NetworkPolicy.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Hands-on Guidato (90 min)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Capstone Challenge (30 min)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Self-Study Assignment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Self-Study Assignment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 il seguente tutorial su iximiuz Labs (40-50 minuti):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:content: tutorials.container-networking-from-scratch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 anche lo Skill Path "Master Container Networking" su iximiuz Labs: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https://labs.iximiuz.com/skill-paths/master-container-networking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Services — kubernetes.io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DNS for Services and Pods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Ingress — kubernetes.io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Self-Study Assignment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NetworkPolicy — kubernetes.io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kube-proxy modes: iptables vs ipvs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Risorse Aggiuntive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Guide Complete sul Networking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The Kubernetes Networking Guide — tkng.io — la guida più completa e visuale sul networking K8s: Pod networking, Service, DNS, NetworkPolicy, CNI pl...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Kubernetes Networking — Tigera/Calico — guide tecniche approfondite: Pod-to-Pod, Service routing, NetworkPolicy enforcement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Learnk8s — How Kubernetes Networking Works — viaggio di un pacchetto attraverso il cluster K8s con diagrammi dettagliati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Ivan Velichko — Container Networking Series (iximiuz.com) — serie completa: veth pair, bridge, namespace, iptables, CNI, dal kernel alle astrazioni...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DNS e Service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DNS for Services and Pods — kubernetes.io — documentazione ufficiale: records A, AAAA, SRV, FQDN format, ndots, dnsPolicy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The ndots Problem — mrkaran.dev — analisi approfondita del problema ndots:5 con packet captures e soluzioni pratiche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CoreDNS Documentation — configurazione Corefile, plugin (forward, cache, rewrite), metrics, debugging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NetworkPolicy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Network Policies — kubernetes.io — guida ufficiale con esempi per tutti i casi d'uso: default deny, namespace isolation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Network Policy Editor — editor.networkpolicy.io — editor visuale interattivo per creare NetworkPolicy YAML, by Cilium team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Kubernetes Network Policy Recipes — ahmetb — raccolta di ricette YAML per i pattern più comuni: deny-all, allow-namespace, DB isolation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Network Policy Validator — valida e testa le NetworkPolicy prima del deploy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Ingress e Gateway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Ingress — kubernetes.io — guida ufficiale: pathType, TLS, fanout, name-based virtual hosting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Gateway API — kubernetes.io — il successore di Ingress: HTTPRoute, GRPCRoute, TCPRoute, multi-tenancy nativa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cert-manager Documentation — gestione automatica certificati TLS: Let's Encrypt ACME, self-signed, PKCS12, rotation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CNI Plugin e Service Mesh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Cilium Documentation — CNI basato su eBPF: networking, sicurezza Layer 7, osservabilità senza iptables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Cilium Hubble — network observability per Kubernetes: UI, CLI, service map, packet drops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Calico Documentation — CNI con NetworkPolicy avanzate, BGP routing, eBPF dataplane opzionale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Flannel — CNI semplice e leggero, ottimo per ambienti di sviluppo e cluster piccoli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Istio Documentation — service mesh: mTLS automatico tra servizi, traffic management, observability con Envoy sidecar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Approfondimenti Tecnici su kube-proxy e iptables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Cracking the Kubernetes Node Proxy — arthurchiao.art — analisi dettagliata delle catene iptables generate da kube-proxy per ogni tipo di Service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IPVS vs iptables for Kubernetes — Tigera — confronto delle performance tra le due modalità kube-proxy su larga scala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O'Reilly — Networking and Kubernetes — libro completo (James Strong &amp; Vallery Lancey): CNI, service mesh, security, multi-cluster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