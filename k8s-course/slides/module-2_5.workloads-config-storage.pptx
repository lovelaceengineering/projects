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Workload, Configurazione e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Obiettivi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Spiegare la gerarchia Deployment → ReplicaSet → Pod e il meccanismo di rolling update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Configurare rolling update con `maxSurge` e `maxUnavailable` per zero downtime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Configurare un'applicazione con ConfigMap e Secret (volume e variabile d'ambiente)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Creare un StatefulSet con Headless Service e PersistentVolumeClaim e verificare la persistenza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Scegliere il tipo di workload corretto tra Deployment, DaemonSet, StatefulSet, Job, CronJob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Capire QoS classes e il loro impatto sulla gestione della pressione di risorse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Teoria (50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La Gerarchia: Deployment → ReplicaSet → Pod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Deployment controller gestisce la progressione: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1. Crea una nuova ReplicaSet per ogni update (kubectl set image, kubectl apply)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2. Scala la nuova ReplicaSet su e la vecchia giù, rispettando maxSurge/maxUnavailable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3. Mantiene la storia delle ReplicaSet (configurabile con revisionHistoryLimit)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Rolling Update: maxSurge e maxUnavailable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minReadySeconds — prevenire i falsi "ready":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Strategia Recreate — utile per applicazioni che non supportano più versioni simultanee: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Tipi di Workload: Quale Scegliere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**Deployment**: N repliche intercambiabili, rolling update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**DaemonSet**: Un Pod per ogni nodo (o subset)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**StatefulSet**: Identità stabile, storage dedicato, ordine di avvio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**Job**: Completamento garantito (non loop eterno)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**CronJob**: Esecuzione periodica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Sintassi del campo schedule (formato cron):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`0 2 * * *`: Ogni notte alle 2:00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Tipi di Workload: Quale Scegliere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`*/15 * * * *`: Ogni 15 minuti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`0 9 * * 1-5`: Alle 9:00, lunedì-venerdì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`0 0 1 * *`: Primo giorno di ogni mese a mezzanotte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Comportamento degli Init Container in caso di fallimento: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 un init container fallisce, il Pod entra in CrashLoopBackOff senza mai avviare i container principali. Il kubelet riprova l'init container con backoff esponenziale (10s, 20s, 40s... fino a 5 min).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PodDisruptionBudget (PDB)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PDB limita il numero di Pod che possono essere interrotti contemporaneamente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durante disruption volontarie (drain, upgrade, scale-down) — non protegge da crash involontari.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API server con 3 repliche: `minAvailable: 2`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Database StatefulSet (1 replica): `maxUnavailable: 0` (blocca il drain)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Worker pool grande (10 repliche): `maxUnavailable: 25%`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Batch Job: Non serve PDB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Probes: Startup, Readiness, Liveness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**startupProbe**: "L'app ha finito il bootstrap?"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**readinessProbe**: "L'app è pronta a ricevere traffico?"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**livenessProbe**: "L'app è bloccata e va riavviata?"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Tutti e tre i tipi supportano gli stessi meccanismi di check: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Parametri temporali (validi per tutti e tre i tipi):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Esempio completo: i tre tipi insieme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Readiness vs Liveness — endpoint separati: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`/ready` (readinessProbe): "Posso servire richieste?"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`/healthz` (livenessProbe): "Il processo è vivo?"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Antipattern comuni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Pod in `CrashLoopBackOff` poco dopo lo start: `livenessProbe` senza `startupProbe` + `initialDelaySeconds` troppo basso 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Service senza endpoint durante il rolling update: Nessuna `readinessProbe` → Pod "Ready" appena parte il processo, ma no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Cluster instabile quando il DB è lento: `livenessProbe` che controlla dipendenze esterne → restart a cascata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Restart continui per un'app Java/Ruby pesante: `livenessProbe` senza `startupProbe` — il warm-up (JIT, preload) sfora l'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ConfigMap e Secret: Configurazione come Oggetti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ConfigMap — configurazione non sensibile (env vars, file di config, script):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Secret — dati sensibili (password, token, certificati):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Attenzione: i Secret in Kubernetes sono base64-encoded, NON encrypted, per default.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Per encryption at rest, configurare l'EncryptionConfiguration nell'apiserver.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Per gestione avanzata, usare External Secrets Operator + HashiCorp Vault / AWS Secrets Manager.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Mounting: File vs Variabile d'Ambiente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Quando usare volume vs env var: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File di configurazione: ✓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Certificati/chiavi private: ✓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Aggiornamento hot reload: ✓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Password/token brevi: ✓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SIGTERM sensibile: Dipende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PersistentVolume, PVC e StorageClass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StorageClass — definisce come viene provisionato il volume: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PVC — la richiesta dello sviluppatore: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`ReadWriteOnce`: RWO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`ReadOnlyMany`: ROX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`ReadWriteMany`: RWX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`ReadWriteOncePod`: RWOP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EmptyDir: Volume Temporaneo del Pod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emptyDir è un volume creato quando il Pod viene schedulato e eliminato quando il Pod termina. Tutti i container del Pod possono leggerlo e scriverlo.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**emptyDir**: Legato al Pod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**emptyDir (Memory)**: Legato al Pod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**hostPath**: Legato al Nodo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**PVC**: Indipendente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ResourceQuota e LimitRange: Governance del Namespace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ResourceQuota — limita le risorse totali consumabili in un namespace: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LimitRange — imposta default e limiti per singolo container/Pod: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StatefulSet: Identità Stabili e Storage Dedicato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Lo StatefulSet garantisce tre cose che il Deployment non può garantire: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1. Nomi stabili: postgres-0, postgres-1, postgres-2 (non hash casuali)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2. Ordine di avvio/spegnimento: 0 prima, poi 1, poi 2 (configurabile)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3. Storage dedicato: ogni Pod ha il suo PVC che sopravvive al riavvio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DNS del StatefulSet con Headless Service: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Update strategy dello StatefulSet: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Hands-on Guidato (90 min)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Capstone Challenge (30 min)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Self-Study Assignment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Self-Study Assignment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 le challenge su iximiuz Labs prima del prossimo incontro (60–90 min totali).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Cerca nella sezione Challenges della piattaforma: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"Configure a Pod with a ConfigMap" — ConfigMap come volume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"Store Kubernetes Secrets" — Secret management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"Kubernetes Deployment with Rolling Update" — rolling update estrategia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"Kubernetes StatefulSet with Persistent Volume" — storage persistente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"QoS Classes" — resource constraints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Self-Study Assignment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Deployments — kubernetes.io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StatefulSets — kubernetes.io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Persistent Volumes — kubernetes.io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ConfigMaps — kubernetes.io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Secrets — kubernetes.io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Risorse Aggiuntive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Documentazione Ufficiale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Deployments — kubernetes.io — rolling updates, rollback, pausa e ripresa del deploy, progress deadline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StatefulSets — kubernetes.io — identità stabile, ordinamento, PVC per pod, update strategies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DaemonSets — kubernetes.io — workload per ogni nodo, update strategy RollingUpdate/OnDelete, tolerations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Jobs — kubernetes.io — completionMode, backoffLimit, ttlSecondsAfterFinished, indexed jobs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CronJobs — kubernetes.io — schedule syntax, concurrencyPolicy (Allow/Forbid/Replace), historyLimit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Persistent Volumes — kubernetes.io — lifecycle PV/PVC, access modes, reclaim policy, volume expansion, clones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Storage Classes — kubernetes.io — provisioner, parameters, volumeBindingMode, allowVolumeExpansion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Gestione Avanzata dei Segreti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External Secrets Operator — sincronizza segreti da AWS SSM Parameter Store, HashiCorp Vault, GCP Secret Manager, Azure Key Vault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Sealed Secrets — Bitnami — encrypta i Secret con chiave pubblica per salvarli sicuramente in Git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HashiCorp Vault Agent Injector — inject dei segreti da Vault nei Pod tramite sidecar annotation-based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Doppler Kubernetes Operator — sync automatico dei segreti da Doppler a Kubernetes Secret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Reloader — Stakater — riavvia automaticamente i Pod quando ConfigMap o Secret vengono aggiornati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Storage: Driver CSI per i Cloud Provider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AWS EBS CSI Driver — volumi EBS dinamici su EKS: gp3, io1, io2 con encryption e snapshots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GCP Persistent Disk CSI Driver — volumi GCE Persistent Disk su GKE: pd-standard, pd-ssd, pd-balanced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Azure Disk CSI Driver — Azure Managed Disk su AKS: Standard_LRS, Premium_LRS, UltraSSD_LRS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Rook Ceph — storage orchestrator per Ceph in Kubernetes: block, filesystem, object storage su bare-metal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Longhorn — CNCF — storage distribuito per Kubernetes: replica, backup su S3, snapshot, UI web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Backup e 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Velero — VMware — backup e restore di risorse Kubernetes e PersistentVolumes su S3/GCS/Azure Blob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Kasten K10 — Veeam — piattaforma enterprise di backup e mobility per Kubernetes con policy-based automation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etcdadm — gestione del lifecycle di etcd: backup, restore, cluster upgrade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Blog e Tutorial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Learnk8s — Kubernetes storage patterns — pattern di storage in Kubernetes con esempi pratici e diagrammi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Martin Heinz — Kubernetes StatefulSets in Production — guida pratica agli StatefulSet: PostgreSQL, Redis, Kafka con scenari reali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Ivan Velichko — Kubernetes Volumes (iximiuz.com) — volume types spiegati con esempi live: emptyDir, hostPath, PVC, projected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Learnk8s — ConfigMaps and Secrets as volumes — hot reload di configurazione senza riavviare i Pod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Strumenti di Debug Workload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kubectl debug — debug di Pod in esecuzione con container effimeri (ephemeral containers)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Komodor — Kubernetes troubleshooting platform con timeline degli eventi e root cause analysis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Robusta — alerting basato su Prometheus con automazione della risposta agli incidenti K8s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