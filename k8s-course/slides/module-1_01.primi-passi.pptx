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Primi Passi con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Obiettivi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Installare e utilizzare un runtime Docker e il suo client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Eseguire il tuo primo container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Capire cosa succede dietro le quinte di un `docker run`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Installazione di Docker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Installazione di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modo più rapido per installare Docker su un nodo Linux è usare lo script ufficiale: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Non dimenticare di aggiungere il tuo utente al gruppo docker, altrimenti dovrai usare sudo per ogni comando: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Eseguire il Primo Container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Eseguire il Primo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Cosa è appena successo?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1. Il client Docker ha contattato il processo daemon Docker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2. Il daemon Docker ha scaricato l'immagine busybox dal Docker Hub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3. Il daemon ha creato un nuovo container da quell'immagine, eseguendo il comando che ha prodotto l'output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4. Il daemon ha inviato l'output al client Docker, che lo ha mostrato nel tuo terminale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5. Il container ha terminato l'esecuzione ed è stato distrutto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Eseguire un Container in Background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Eseguire un Container in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Usa il flag -d (detached) per eseguire un container in background e -p per mappare le porte: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Verifica che funzioni collegandoti al container: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Dovresti vedere la pagina di benvenuto di nginx.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Comandi Fondamentali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Ciclo di Vita e Restart Policy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Ciclo di Vita e Restart Policy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container Docker attraversa diversi stati durante il suo ciclo di vita: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`created`: Container creato ma non ancora avviato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`running`: Container in esecuzione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`paused`: Processi sospesi (SIGSTOP)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`exited`: Container terminato (exit code disponibile)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`dead`: Container in stato di errore irrecuperabile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 restart policy determinano cosa succede quando un container termina: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Ciclo di Vita e Restart Policy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`no`: Non riavviare mai (default)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`on-failure[:max]`: Riavvia solo su exit code ≠ 0 (opzionale: max N tentativi)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`unless-stopped`: Riavvia sempre, tranne se fermato manualmente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`always`: Riavvia sempre, anche dopo un `docker stop` + restart del daemon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Log dei Container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Log dei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Docker cattura tutto ciò che un processo scrive su stdout e stderr e lo rende disponibile tramite docker logs: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log driver di default è json-file, che salva i log come file JSON sul filesystem dell'host. Altri driver comuni: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`json-file`: File JSON locale (default)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`journald`: systemd journal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`syslog`: Server syslog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`fluentd`: Fluentd collector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`none`: Nessun log (disabilita)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Accedere a un Container in Esecuzione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`docker exec` vs `docker attach`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`docker exec`: Avvia un **nuovo processo** nel container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`docker attach`: Si collega allo **stdin/stdout del processo principale** (PID 1)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Risorse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Risorse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Docker CLI Reference — docker run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Docker Logging — Configure logging drivers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Docker Restart Policies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Container Lifecycle — Docker docs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