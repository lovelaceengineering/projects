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GitOps, Helm e Architetture Cloud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un Helm chart da manifest esistenti con valori parametrizzati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il ciclo di vita Helm: install, upgrade, rollback, uninstall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Implementare una GitOps pipeline con ArgoCD e Gitea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un HPA e osservare scale-up e scale-down sotto carico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Presentare un'applicazione production-ready con checklist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Helm — Il Package Manager di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risolve tre problemi: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Packaging: raggruppa manifest correlati in un "chart" distribuibile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Templatizzazione: parametrizza i manifest con valori configurabili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Lifecycle management: traccia release, gestisce upgrade e rollback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Struttura di un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values.yaml — valori di default: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templates/_helpers.tpl — template riusabili: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templates/deployment.yaml: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Helm Hooks 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Helm hooks permettono di eseguire azioni in momenti specifici del ciclo di vita di una release: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`pre-install`: Prima della prima installazione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`post-install`: Dopo l'installazione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`pre-upgrade`: Prima di un upgrade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`post-upgrade`: Dopo un upgrade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`pre-delete`: Prima dell'uninstall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test — esegue i Pod di test definiti nel chart: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GitOps — Pull Model vs Push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Push model (CI/CD tradizionale):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Vantaggi del pull model: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cluster non espone credenziali al CI/CD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cambiamento del cluster è tracciato in Git (audit trail)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Rollback = git revert (o modificare il tag nel values file)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Drift detection: ArgoCD segnala modifiche manuali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Multi-cluster: un ArgoCD può gestire N cluster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ArgoCD — GitOps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è un operatore Kubernetes che monitora un Git repository e mantiene il cluster sincronizzato.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HPA — Horizontal Pod Autoscaler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HPA scala automaticamente il numero di repliche basandosi su metriche.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REQUISITO CRITICO: i container devono avere resources.requests configurato,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altrimenti HPA non può calcolare la percentuale di utilizzo.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Canary e Blue-Green Deployments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rolling update standard di Kubernetes aggiorna tutti i Pod progressivamente. Per deployment più controllati: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Blue-Green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Due versioni complete dell'applicazione coesistono. Il traffico viene spostato tutto in una volta: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Canary Deployment con Argo Rollouts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 Rollouts sostituisce il Deployment standard con step progressivi: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cert-manager: TLS Automatico con Let's Encrypt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cert-manager automatizza l'emissione e il rinnovo dei certificati TLS nel cluster: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 — su Proxmox con ArgoCD + Gitea)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Finale (30 min + 20 min review)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Dove Andare da Qui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Dove Andare da Qui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Congratulazioni — hai completato il percorso! I prossimi passi naturali: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**CKA**: La certificazione CNCF per Kubernetes Administrator — [cncf.io/certifications](https://www.cncf.io/certificatio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**GitOps avanzato**: Flux CD, ApplicationSets, multi-cluster ArgoCD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**Service Mesh**: Istio o Linkerd per mTLS, traffic shaping, observability L7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**Cluster API**: Provisioning dichiarativo di cluster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**eBPF e Cilium**: Networking e security next-generation (senza iptables)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**vCluster**: Multi-tenancy con cluster virtuali leggeri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Dove Andare da Qui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**OpenTelemetry**: Tracing distribuito con standard CNCF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Challenge consigliate su iximiuz Labs: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Cerca "Helm" nella sezione Challenges per esercizi pratici sui chart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Cerca "ArgoCD" per GitOps exercises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Cerca "HPA" per autoscaling challenges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HPA — kubernetes.io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Best Practices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Chart Best Practices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Documentation — guida completa: chart structure, templates, hooks, dependencies, lifecycle, plugins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Chart Best Practices — naming conventions, labels, pod templates, RBAC, values schema validation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Template Tips and Tricks — range, named templates, lookup, required, fail, toYaml, include vs template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ArtifactHub — repository pubblico di Helm chart, Operators, OPA policies, Falco rules e altro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helm-unittest — unit testing per Helm chart senza bisogno di un cluster K8s: YAML assertions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chart-testing (ct) — linting e testing di chart in CI/CD pipeline: installazione e upgrade su cluster reale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Plugin: helm-diff — mostra il diff tra il release attuale e un upgrade prima di applicarlo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Documentation — guida completa: installazione HA, Application, sync policy, RBAC, SSO, notifications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ApplicationSet — genera Application da Git directory, Cluster list, Matrix/SCM generators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Notifications — notifiche per eventi di sync su Slack, Teams, PagerDuty, GitHub commit status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Best Practices — struttura repo (monorepo vs polyrepo), environment-specific config, app-of-apps pattern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Flux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Flux Documentation — GitOps toolkit: Source Controller, Kustomization, HelmRelease, Notification Controller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Flux Getting Started — bootstrap Flux su cluster con GitHub Actions in 10 minuti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Flux HelmRelease — deploy di Helm chart tramite GitOps con drift detection e rollback automatico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Standard e Principi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OpenGitOps Principles — i 4 principi del GitOps: declarative, versioned, pulled, reconciled (standard CNCF)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Weaveworks — GitOps Blog — articoli fondativi: storia del GitOps, pattern, best practice (Weaveworks ha coniato il termine nel 2017)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CNCF GitOps Working Group — definizione formale e best practice dalla community CNCF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Autoscaling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HPA — kubernetes.io — guida completa HPA v2: algoritmo di scaling, CPU/memory, custom metrics, external metrics, behavior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KEDA — Kubernetes Event-Driven Autoscaling — scalers per Kafka, RabbitMQ, SQS, Redis, Prometheus, NATS, HTTP, cron e 50+ sorgenti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VPA — Vertical Pod Autoscaler — Auto, Recreate, Initial, Off modes: raccomanda o applica automaticamente requests/limits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Autoscaler — scaling automatico dei nodi: provider AWS/GCP/Azure, configurazione expander, scale-down delay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KEDA Scalers Catalog — lista completa di tutti gli scalers supportati con esempi di configurazione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Scaling Kubernetes Applications — HPA, VPA, KEDA, Cluster Autoscaler: quando usare ognuno e come combinarli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Martin Heinz — Kubernetes GitOps with ArgoCD — tutorial completo ArgoCD: setup, application, sync, rollback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Codefresh — Helm Best Practices — pattern avanzati: umbrella chart, chart versioning, multi-environment values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