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Deploy di un'Applicazione 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Primo 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Da Imperativo a Dichiarativo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pattern consigliato: genera il YAML, salvalo, e usa kubectl apply: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Esporre l'Applicazione con i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Esporre l'Applicazione con i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Service fornisce un endpoint stabile (IP + DNS) per raggiungere un gruppo di Pod.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Senza un Service, i Pod sono raggiungibili solo tramite il loro IP temporaneo.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Tipi di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**ClusterIP**: Solo interno al cluster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**NodePort**: Esterno via `&lt;NodeIP&gt;:&lt;30000-32767&gt;`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**LoadBalancer**: Esterno via cloud LB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**ExternalName**: DNS CNAME verso esterno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ClusterIP (default)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Service è raggiungibile solo dall'interno del cluster: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ExternalName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Permette ai Pod interni di usare external-db come se fosse un servizio nel cluster,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 il DNS risolve verso db.example.com.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Esporre Rapidamente con kubectl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Endpoints: Come i Service Trovano i Pod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Endpoints: Come i Service Trovano i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Primo passo diagnostico quando un Service non funziona: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Scalare un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Pod di Debug Rapidi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Pod di Debug Rapidi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Per testare la connettività di rete o il DNS dall'interno del cluster, usa un Pod temporaneo: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Port-Forward: Accesso Diretto senza Service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Port-Forward: Accesso Diretto senza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port-forward crea un tunnel dalla macchina locale a un Pod o Service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nel cluster — utile per debug e sviluppo: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Best Practice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Best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1. Usa label coerenti — definisci uno schema (app, tier, version, environment)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applicalo a tutti gli oggetti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2. Preferisci il formato dichiarativo — kubectl apply -f invece di comandi imperativi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3. Usa ClusterIP di default — esponi con NodePort/LB solo quando necessario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4. DNS per service discovery — usa i nomi DNS dei Service, non gli IP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5. Port-forward per debug — non esporre servizi interni solo per testare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Risorse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Exposing Applications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Services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port-forward — kubernetes.io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DNS for Services and Pods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