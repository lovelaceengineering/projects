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L'Architettura di Kubernetes — Da Zero a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Descrivere il ruolo di ogni componente del control plane e dei worker node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come un Pod viene creato: dal `kubectl apply` all'avvio del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Scrivere Pod YAML con namespace, labels, sidecar, init container e resource requests/limits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Diagnosticare i 3 stati di errore più comuni: CrashLoopBackOff, Pending, ImagePullBackOff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Fare chiamate dirette all'API server Kubernetes via `curl` e `kubectl -v=8`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L'Architettura di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separa nettamente due responsabilità: il control plane (il cervello) e i worker node (i muscoli).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kube-apiserver — L'Unico Punto di Accesso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kube-apiserver è l'unico componente che scrive su etcd. Tutto passa da qui.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Autenticazione: chi sei? (certificati X.509, token Bearer, OIDC)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Autorizzazione: cosa puoi fare? (RBAC)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Admission Control: il manifest è valido? (webhook mutanti e validanti)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Serializzazione: converte tra versioni API (v1, apps/v1, autoscaling/v2)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etcd — Il Database del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etcd è un database key-value distribuito e consistente (algoritmo Raft).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Contiene tutto lo stato del cluster: ogni Pod, Service, ConfigMap, Secret.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Importante: etcd è il componente più critico del cluster. Se etcd va giù, tutto si ferma.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scritture diventano impossibili; le letture servite dalla cache dell'apiserver continuano.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kube-scheduler — L'Assegnatore di Nodi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 scheduler osserva i Pod con spec.nodeName: "" e sceglie su quale nodo schedularli.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Processo in due fasi: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Filtering (predicate): elimina nodi non idonei (risorse insufficienti, taints, node selector)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Scoring (priority): assegna un punteggio ai nodi rimanenti (bilanciamento, affinità)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kube-controller-manager — I Loop di Controllo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controller manager esegue decine di controller in un unico processo.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Ogni controller implementa un reconciliation loop: osserva lo stato attuale, lo confronta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 quello desiderato, e agisce per ridurre la differenza.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Controller principali: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 controller: crea/aggiorna ReplicaSet quando cambia un Deployment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ReplicaSet controller: crea/elimina Pod per mantenere il numero di repliche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Node controller: monitora i nodi e imposta NotReady se kubelet non risponde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kube-controller-manager — I Loop di Controllo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Endpoints controller: aggiorna la lista di IP dei Pod per ogni Service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Job controller: crea Pod per completare Job e li traccia fino al termine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kubelet — L'Agente del Nodo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kubelet è l'agente che gira su ogni nodo (incluso il control plane in kubeadm).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Registra il nodo con l'apiserver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Osserva i PodSpec assegnati al proprio nodo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Chiede al container runtime di avviare/fermare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Aggiorna lo stato del Pod nell'apiserver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Esegue liveness/readiness/startup probe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kube-proxy — Le Regole di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kube-proxy mantiene sincronizzate le regole iptables (o ipvs) per implementare i Service.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un Service viene creato/modificato, kube-proxy aggiorna le regole su ogni nodo.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Ciclo di Vita di un Pod: Passo per Passo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`Pending`: PodSpec ricevuta, container non ancora avviati (scheduling, pull immagine)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`ContainerCreating`: Runtime sta avviando i container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`Running`: Almeno un container in esecuzione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`Succeeded`: Tutti i container terminati con exit code 0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`Failed`: Almeno un container terminato con exit code ≠ 0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`Unknown`: kubelet non risponde (nodo non raggiungibile)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Condizioni del Pod (status.conditions):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Il Ciclo di Vita di un Pod: Passo per Passo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`PodScheduled`: Scheduler ha assegnato il nodo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`Initialized`: Tutti gli init container completati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`ContainersReady`: Tutti i container passano la readiness probe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`Ready`: Pod pronto a ricevere traffico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API Versioning e Deprecation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API Kubernetes seguono un ciclo di maturità: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**Alpha**: `v1alpha1`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**Beta**: `v1beta1`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**Stable (GA)**: `v1`, `apps/v1`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Kubernetes depreca un'API (es. extensions/v1beta1 Ingress → networking.k8s.io/v1), i manifest vecchi smettono di funzionare dopo la rimozione. Usa kubectl convert (plugin) per migrare: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Graceful Shutdown: Il Flusso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un Pod viene terminato (kubectl delete pod, scaling down, rolling update), Kubernetes segue una sequenza precisa: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Soluzione: preStop sleep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2 — Pod con Probe, Resources e Sidecar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Container principale (nginx) con readiness e liveness probe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Sidecar (busybox) che scrive file di log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Init container che aspetta che un Service sia disponibile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Resource requests e limits configurati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questi materiali su iximiuz Labs prima del prossimo incontro (60–90 min totali):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:content: tutorials.kubernetes-vs-virtual-machines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Challenge consigliate su iximiuz Labs (cerca nella sezione Challenges):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"Kubernetes Pod Lifecycle Fundamentals"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"Expose a Kubernetes Deployment"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"Fix a Failing Kubernetes Deployment"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Architecture Overview — kubernetes.io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API Reference v1.32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Lifecycle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Managing Resources for Containers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Documentazione Ufficiale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Architecture Overview — panoramica ufficiale dell'architettura: control plane, worker nodes, addons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Components of Kubernetes — descrizione di ogni componente con il suo ruolo preciso nel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Lifecycle — fasi (Pending→Running→Succeeded/Failed), condizioni, probe, terminazione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The Kubernetes API — versioning, API groups, resources, watch semantics, server-side apply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etcd FAQ — domande frequenti su etcd: leader election, Raft consensus, performance, defragmentation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Tutorial Tecnici Approfonditi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Kubernetes Learning Path (iximiuz.com) — percorso di apprendimento strutturato per Kubernetes, dall'architettura agli internals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Ahmet Alp Balkan — Blog — post tecnici profondi su Kubernetes internals, kubelet, kubectl tips, RBAC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How the Kubernetes scheduler works — spiegazione visuale del processo di scheduling con tutti i filtri e i plugin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Kubernetes production best practices — checklist dettagliata per cluster pronti per la produzione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Julia Evans — A Kubernetes debugging journey — debugging di cluster Kubernetes con strumenti pratici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ITNEXT — How Kubernetes API Server Works — analisi dettagliata: authentication, authorization, admission, etcd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Corsi e Lab Interattivi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the Hard Way — Kelsey Hightower — costruisci un cluster K8s da zero, certificati TLS inclusi: il corso che forma i veri esperti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Play with Kubernetes — cluster K8s temporaneo nel browser, gratuito, nessun setup richiesto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killer.sh — CKA Simulator — simulatore dell'esame CKA con scenari più difficili dell'esame reale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Strumenti Essenziali per la Diagnostica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cheat sheet — kubernetes.io — reference completo di tutti i comandi kubectl con esempi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k9s — Kubernetes CLI UI — terminal UI per Kubernetes: navigazione interattiva di risorse, log in tempo reale, port-forward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kubecolor — kubectl con output colorato, drop-in replacement trasparente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stern — multi-pod log tailing con regex filtering: stern app=myapp --since 1h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Lens — Kubernetes IDE — IDE desktop per gestire e visualizzare cluster Kubernetes con dashboard integrate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Comprendere etcd e il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etcd Documentation — guida completa: configurazione TLS, backup/restore, performance tuning, clustering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 API Reference v1.32 — reference completo di tutte le API con tutti i campi e le annotazioni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kubebuilder Book — Writing Kubernetes Operators — guida per scrivere controller e operator personalizzati con il reconciliation pattern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client-go — Kubernetes Go Client — la libreria Go per interagire con l'API server, usata da tutti i tool dell'ecosistema K8s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