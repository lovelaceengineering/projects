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744575"/>
            <a:ext cx="8520600" cy="205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237E"/>
                </a:solidFill>
              </a:defRPr>
            </a:pPr>
            <a:r>
              <a:t>Container Privilegiati e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595959"/>
                </a:solidFill>
              </a:defRPr>
            </a:pPr>
            <a:r>
              <a:t>Modulo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Obiettivi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Capire cosa sono le Linux capabilities e come Docker le gestisce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Rimuovere e aggiungere capabilities singole a un container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Applicare il principio del minimo privilegio ai container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Linux Capabilities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Linux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Docker rimuove la maggior parte delle capabilities per default, ma ne lascia alcune. Puoi controllare ulteriormente quali capabilities sono disponibili.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Rimuovere una Capability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Rimuovere una Capability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Crea un container che non può eseguire chown (cambiare proprietario dei file):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Il container è in esecuzione come root, ma non ha il privilegio CAP_CHOWN — il kernel blocca l'operazione.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Rimuovere Tutte le Capabilities e Aggiungere Solo Quelle Necessarie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Rimuovere Tutte le Capabilities e Aggiungere Solo Quelle Necessarie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L'approccio più sicuro è partire da zero e aggiungere solo ciò che serve: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Questo container ha solo CAP_SETUID e CAP_SETGID — il minimo indispensabile per il suo funzionamento.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Capabilities Comuni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Capabilities Comuni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`CAP_CHOWN`: Cambiare proprietario dei file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`CAP_NET_BIND_SERVICE`: Bind su porte &lt; 1024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`CAP_NET_RAW`: Usare socket raw (ping, ARP)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`CAP_SETUID` / `CAP_SETGID`: Cambiare UID/GID del processo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`CAP_SYS_ADMIN`: Operazioni di amministrazione (mount, ecc.) — **molto pericolosa**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`CAP_SYS_PTRACE`: Debug di altri processi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Container Privilegiati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Container Privilegiati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Un container con --privileged ottiene tutte le capabilities e accesso diretto ai device dell'host: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Verificare le Capabilities di un Container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Oltre le Capabilities: Seccomp e AppArmor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Oltre le Capabilities: Seccomp e AppArmor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Le capabilities controllano quali poteri ha un processo, ma non sono l'unico meccanismo di sicurezza. Docker usa tre livelli di isolamento complementari: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**Capabilities**: Poteri privilegiati del processo (es. bind porte, mount)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**Seccomp**: Quali **syscall** il processo può eseguire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**AppArmor / SELinux**: Accesso a **file, rete, mount** specifici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Seccomp (Secure Computing Mode)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Docker applica un profilo seccomp di default che blocca ~44 syscall pericolose (come reboot, mount, kexec_load). Questo è attivo automaticamente.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AppArmor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Su sistemi Ubuntu/Debian, Docker applica automaticamente un profilo AppArmor (docker-default) che limita l'accesso a /proc, /sys e mount operations.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Punti Chiave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Rivedere i concetti principali della lezione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Completare gli esercizi hands-on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Prepararsi per il prossimo incontro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