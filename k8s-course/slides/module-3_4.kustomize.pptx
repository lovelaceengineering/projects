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Kustomize — Overlay e Composizione Templateless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Obiettivi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Spiegare il modello **base + overlay** di Kustomize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Trasformare un set di manifest in una struttura Kustomize multi-ambiente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Usare patch strategici, JSON patch e `replacements` per personalizzare le overlay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Generare ConfigMap/Secret con rollout automatico sul change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Confrontare Helm e Kustomize e combinarli quando ha senso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Teoria (50 min)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Perché Kustomize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Modello: Template engine (Go templates)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File di configurazione: `values.yaml`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Estensibilità: Funzioni template, `_helpers.tpl`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Distribuzione: OCI registry / repo Helm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Lifecycle: Install/Upgrade/Rollback come oggetto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Built-in in `kubectl`: No (richiede binario `helm`)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Anatomia di un progetto Kustomize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base/kustomization.yaml dichiara le risorse comuni: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overlays/prod/kustomization.yaml personalizza la base: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Strategic Merge Patch (default, il più pulito)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Kubernetes-aware: sa che containers è una lista indicizzata per name, quindi fa merge intelligente.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Il risultato è un merge, non una sostituzione: tutti gli altri campi del container restano quelli della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JSON 6902 Patch (per operazioni precise)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Usalo quando serve aggiungere/rimuovere un elemento specifico in una lista ordinata, o modificare un campo in un punto preciso.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3. Replacements (copiare valori tra risorse)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Propaga un valore da una risorsa all'altra (es. il name di un Service nell'env di un altro Deployment).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Generators: ConfigMap e Secret con 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Risultato del render: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Modifica LOG_LEVEL=debug → nuovo hash → Deployment modificato → rolling update automatico. Senza Kustomize dovresti fare kubectl rollout restart manualmente.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Components (riusabili, attivabili)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Un component è un frammento di Kustomize che puoi "incollare" in più overlay. Esempio: pattern TLS che vuoi attivare in staging e prod ma non in dev.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Remote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resources: accetta URL Git — utile per tirare una base comune da un altro repo: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Kustomize + Helm: integrazione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Kustomize può gestire un chart Helm tramite helmCharts: — utile quando vuoi patchare il render di un chart di terze parti senza fork.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Integrazione con ArgoCD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supporta Kustomize nativamente — non serve altro: punti la source.path a una directory con kustomization.yaml e ArgoCD fa kustomize build per te.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Pattern comune in CI/CD: la pipeline aggiorna solo il tag image nel kustomization.yaml dell'overlay target e fa git push. ArgoCD rileva il cambio e applica — senza toccare manifest o template.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Trade-off Helm vs Kustomize — decision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Chart di terze parti (Prometheus, cert-manager, ingress-nginx): **Helm** — usa i chart ufficiali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 proprietaria, 3-4 ambienti (dev/staging/prod): **Kustomize** — overlay sono più pulite dei values-*.yaml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App proprietaria distribuita a N team interni: **Helm** — package versionato, lifecycle esplicito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Customizzare un chart di terze parti senza fork: **Helm + Kustomize** (`helmCharts:`)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Generare ConfigMap con rollout automatico: **Kustomize** (hash suffix)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Migrazione progressiva da manifest puri: **Kustomize** — ogni file resta valido YAML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Hands-on Guidato (90 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Esercizio 1 — Migrazione da manifest puri a base +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Partendo da tre file (deployment.yaml, service.yaml, configmap.yaml) di un'app nginx, creare la struttura base/overlay con dev e prod.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Capstone Challenge (30 min)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Self-Study Assignment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Self-Study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Leggere il Kustomize Reference — almeno le sezioni resources, patches, generators, replacements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Esplorare il repo kubernetes-sigs/kustomize/examples — contiene esempi reali per ogni feature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Leggere Kustomize Best Practices — Google Cloud per pattern di organizzazione di repo multi-team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Provare una migrazione: prendere un chart Helm che usi abitualmente e ricrearlo in Kustomize — annotare dove Helm è più pratico e dove Kustomize è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Dove andare da qui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Dove andare da qui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Strumenti avanzati: kustomize-sops per secret cifrati in Git, kustomize-diff per drift detection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ApplicationSet + Kustomize: genera automaticamente Application per ogni overlay in un repo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OpenGitOps + Kustomize: il pattern canonico per GitOps dichiarativo senza template engine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Policy validation: integra kustomize build | conftest o kustomize build | kyverno per validare le overlay in CI prima del merge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Risorse Aggiuntive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Documentazione ufficiale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Kustomize Documentation — guida di riferimento completa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Kustomize Glossary — definizioni di base, overlay, component, generator, transformer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kubectl apply -k — kubernetes.io — uso di Kustomize via kubectl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Pattern e best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Kustomize Examples — kubernetes-sigs — 40+ esempi pronti, da semplice a complesso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Kustomize Best Practices — Google Cloud — organizzazione repo, multi-team, GitOps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Declarative Management with Kustomize — kubernetes.io — tutorial ufficiale step-by-step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Helm vs Kustomize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Helm vs Kustomize — learnk8s — confronto dettagliato con esempi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Using Kustomize with Helm — Helm docs — pattern di integrazione helmCharts: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Integrazioni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+ Kustomize — features specifiche del supporto ArgoCD per Kustomize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Flux + Kustomize — Flux Kustomize Controller per GitOps nativo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kustomize-sops — gestione secret cifrati con Mozilla SOPS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