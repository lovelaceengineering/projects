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Lavorare con le Immagini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Capire come vengono costruite e create le immagini container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Creare un'immagine da zero usando `FROM scratch`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Ispezionare i layer di un'immagine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Creare un'Immagine da Scratch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Creare un'Immagine da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L'istruzione FROM scratch è il punto di partenza più minimale possibile: un'immagine completamente vuota. È utile per capire cosa contiene davvero un'immagine container.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Esempio: immagine CentOS da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Costruisci l'immagine: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Ispezionare i Layer di un'Immagine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Ispezionare i Layer di un'Immagine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Ogni istruzione nel Dockerfile crea un nuovo layer. Puoi ispezionare la struttura dei layer con: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Comandi Utili per le Immagini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Image Scanning — Trovare Vulnerabilità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Image Scanning — Trovare Vulnerabilità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Prima di deployare un'immagine in produzione, è buona pratica scansionarla per vulnerabilità note. Trivy è lo strumento open-source più usato: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**Trivy**: CLI open-source (Aqua Security)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**Docker Scout**: Integrato in Docker Desktop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**Grype**: CLI open-source (Anchore)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Risorse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Trivy Documentation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Scout — docs.docker.com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