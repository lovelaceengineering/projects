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Backup e Disaster Recovery con Velero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Identificare cosa va protetto in un cluster Kubernetes (etcd, risorse, PV, secrets)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Spiegare le differenze tra backup etcd, GitOps e Velero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Installare Velero e configurare BackupStorageLocation e VolumeSnapshotLocation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Creare backup on-demand e schedulati con selettori namespace/label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Eseguire restore completi e parziali, inclusa la migrazione cross-cluster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Implementare best practice di disaster recovery (3-2-1, test restore, monitoring)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Cosa Serve Proteggere in Kubernetes?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cluster Kubernetes ha diversi "layer" di stato: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**etcd**: Tutto lo stato del cluster (risorse, secret, configmap)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**Risorse YAML**: Deployment, Service, Ingress, CRD, RBAC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**Persistent Volumes**: Dati applicativi (database, file)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**Secrets/ConfigMap**: Credenziali, configurazioni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**Custom Resources**: Stato di operatori (Prometheus rules, ArgoCD apps)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Errore comune: pensare che GitOps basti. GitOps copre i manifest, non i dati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Cosa Serve Proteggere in Kubernetes?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nei PersistentVolume né lo stato runtime (es. un Job completato, un CRD con stato).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RPO e 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**RPO** (Recovery Point Objective): Quanti dati posso permettermi di perdere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**RTO** (Recovery Time Objective): Quanto tempo posso permettermi di stare giù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RPO = 0 → replica sincrona (costoso)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RPO = 1h → backup schedulato ogni ora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RTO = 5 min → procedure testate, infra pronta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Strategie di Backup per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**etcd snapshot**: Tutto lo stato del cluster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**GitOps**: Manifest (Deployment, Service, etc.)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**Velero**: Risorse + PV + CRD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**CSI snapshot**: Solo volumi persistenti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**Database backup**: Dati applicativi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Raccomandazione: combina le strategie. GitOps per i manifest, Velero per backup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completi (risorse + PV), database-native backup per RPO stringenti.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Velero: Introduzione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Velero (ex Heptio Ark) è un tool open-source CNCF per: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Backup di risorse Kubernetes e persistent volume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Restore con granularità (namespace, label, tipo risorsa)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Migrazione tra cluster (backup dal sorgente, restore sulla destinazione)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Disaster recovery con backup schedulati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Architettura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`BackupStorageLocation` (BSL): Dove salvare i backup delle risorse (bucket S3/GCS/Azure)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`VolumeSnapshotLocation` (VSL): Dove salvare gli snapshot dei volumi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`Backup`: Singola operazione di backup (risorse + volumi)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`Restore`: Singola operazione di restore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`Schedule`: Backup periodico con cron syntax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Plugin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Velero usa plugin per interfacciarsi con i provider cloud: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`velero-plugin-for-aws`: AWS S3, EBS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`velero-plugin-for-gcp`: GCS, GCE PD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`velero-plugin-for-microsoft-azure`: Azure Blob, Azure Disk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`velero-plugin-for-csi`: Qualsiasi driver CSI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Backup dei Volumi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Velero supporta tre modalità per i PersistentVolume: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**CSI Snapshot**: Usa la VolumeSnapshot API del driver CSI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**Kopia** (default v1.12+): File-level backup via data mover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**Restic** (legacy): File-level backup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Restore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Ordine di restore: Velero rispetta le dipendenze — prima namespace e CRD,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poi PV/PVC, poi Deployment/StatefulSet, poi Service, poi Ingress.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Cross-Cluster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Prerequisiti per la migrazione: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Entrambi i cluster devono avere Velero installato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Entrambi devono puntare allo stesso BackupStorageLocation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StorageClass devono esistere (o mappare) nel cluster di destinazione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CRD devono essere presenti nel cluster di destinazione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La Regola 3-2-1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3 copie dei dati (originale + 2 backup)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 media diversi (es. disco locale + object storage)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 copia off-site (regione/cloud diverso)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Monitoring di Velero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Velero espone metriche Prometheus su :8085/metrics: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Risorse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Velero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Velero GitHub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CSI Snapshot Support in Velero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Velero Helm Chart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Backup Best Practices — Kasten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etcd Disaster Recovery — kubernetes.io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