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744575"/>
            <a:ext cx="8520600" cy="205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t>Esplorare il Cluster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595959"/>
                </a:solidFill>
              </a:defRPr>
            </a:pPr>
            <a:r>
              <a:t>Modulo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kubectl: Comandi Fondamentali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Labels e Selectors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Labels e Selectors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Le label sono coppie chiave-valore attaccate a qualsiasi oggetto Kubernetes.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 selector usano le label per filtrare e selezionare oggetti — sono la base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di come Service, Deployment e ReplicaSet trovano i loro Pod.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Filtrare con Selectors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Le label sono usate ovunque in Kubernetes: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Service → spec.selector per trovare i Pod backend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Deployment → spec.selector.matchLabels per gestire i ReplicaSet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NetworkPolicy → spec.podSelector per applicare le policy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PDB → spec.selector.matchLabels per proteggere i Pod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Annotations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Annotations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Le annotations sono simili alle label (coppie chiave-valore), ma con scopi diversi: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**Scopo**: Selezione e filtering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**Usati dai selector**: Sì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**Dimensione**: Limitata (~63 char per valore)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**Casi d'uso**: `app=nginx`, `tier=frontend`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Annotations comuni nell'ecosistema: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Namespaces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Namespaces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 namespace sono partizioni logiche del cluster. Separano risorse per team,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ambiente o applicazione.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Namespace e DNS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 namespace influenzano il DNS interno: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Logs e Debugging Base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Formati di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kubectl top pods -n kube-system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kubectl top pods --sort-by=memory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kubectl top pod myapp --containers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kubectl get events -w --sort-by=.lastTimestamp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kubectl diff -f deployment.yaml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Punti Chiave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Rivedere i concetti principali della lezione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Completare gli esercizi hands-on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Prepararsi per il prossimo incontro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