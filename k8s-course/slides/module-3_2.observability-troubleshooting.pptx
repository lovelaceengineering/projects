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Osservabilità, Troubleshooting e Gestione del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Installare kube-prometheus-stack con Helm e configurare ServiceMonitor custom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Applicare il metodo RED (Rate/Errors/Duration) e USE (Utilization/Saturation/Errors) per il triage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Eseguire un troubleshooting sistematico a strati: cluster → node → pod → container → app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Effettuare un upgrade kubeadm del control plane e fare drain/upgrade di un worker node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Eseguire un backup di etcd e valutare i rischi prima di qualsiasi operazione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3 Pilastri dell'Osservabilità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**Logs**: Loki + Promtail, journald, kubectl logs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**Metrics**: Prometheus, metrics-server, Grafana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**Traces**: Jaeger, Tempo, OpenTelemetry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Correlazione tra pilastri: le trace hanno log correlati tramite trace_id,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metriche mostrano anomalie che indirizzano verso i log, i log hanno timestamp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 si correlano con i picchi nelle metriche.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RED (per servizi, request-driven)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**Rate**: Request/sec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**Errors**: Tasso di errori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**Duration**: Latenza P99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USE (per risorse, infrastructure)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**Utilization**: % di utilizzo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**Saturation**: Run queue / attesa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**Errors**: Errori hardware/kernel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metrics-server — la fonte delle metriche per HPA e `kubectl top`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**metrics-server**: Solo CPU/RAM istantanei (ultimo valore)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**Prometheus**: Qualsiasi metrica + storia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Query dirette alla Metrics API: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basta metrics-server e quando serve Prometheus: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metrics-server da solo: HPA su CPU/memoria, kubectl top per triage veloce, VPA raccomandazioni.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Anche Prometheus: metriche applicative (http_requests_total), storia (grafici a 7 giorni), alerting, metriche custom per HPA (type: Pods o type: Ex...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cluster production-ready ha entrambi: metrics-server come livello base (dipendenza leggera, ~50Mi RAM) e Prometheus stack come osservabilità completa.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kube-prometheus-stack: Architettura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Componenti del stack: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prometheus-operator: gestisce i CRD ServiceMonitor, PodMonitor, PrometheusRule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prometheus: raccoglie e conserva le metriche (time-series database)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alertmanager: routing degli alert verso canali di notifica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grafana: dashboard (include 20+ dashboard precofigurate per K8s)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node-exporter: metriche del nodo host (CPU, RAM, disco, rete)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kube-state-metrics: metriche sullo stato degli oggetti K8s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ServiceMonitor Custom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ServiceMonitor dice a Prometheus "scrapa questo Service ogni 30 secondi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sull'endpoint /metrics":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Distributed Tracing con OpenTelemetry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Metriche e log rispondono a "cosa" e "quanto", ma non a "dove nel percorso della richiesta si è perso il tempo?". Per questo serve il distributed tracing.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Trace: il viaggio completo di una richiesta attraverso tutti i servizi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Span: un singolo "hop" all'interno del trace (es. API → Database → Cache)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Trace ID: identificatore unico propagato tra i servizi (header HTTP)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OpenTelemetry (OTel) è lo standard CNCF per instrumentazione. Lo stack tipico: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OpenTelemetry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Tempo — Distributed Tracing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Troubleshooting Sistematico a Strati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Segui sempre questo ordine: dal generale al specifico.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Upgrade di un Cluster Kubernetes con kubeadm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PRIMA DI TUTTO: backup di etcd.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Restore di etcd da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 etcd è corrotto o il cluster è compromesso, puoi ripristinare dallo snapshot: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Upgrade del Control Plane: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Upgrade di un Worker Node: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 — su Proxmox con Prometheus + Grafana)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4 — Cluster Upgrade (minor version bump)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Seguire la procedura sul cluster Proxmox.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Verificare che le applicazioni rimangano disponibili durante il drain del nodo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(usare il curl loop dell'esercizio di rolling update come monitor).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le challenge su iximiuz Labs prima del prossimo incontro (60–90 min totali).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Cerca nella sezione Challenges: CKA cluster upgrade.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 Loki + Promtail sul cluster e configura una query per vedere gli errori delle applicazioni: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PromQL Cheat Sheet — prometheus.io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kubeadm upgrade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Dashboards for Kubernetes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Documentazione Ufficiale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 Documentation — architettura, data model, scrape configuration, alerting, federation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PromQL Documentation — guida ufficiale: selectors, matchers, operators, functions, subqueries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 Operator API Reference — spec complete di ServiceMonitor, PodMonitor, PrometheusRule, Alertmanager, PrometheusAgent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Documentation — pannelli, datasource, alerting, variables, transformazioni, provisioning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OpenTelemetry Documentation — standard CNCF: SDK, collector, instrumentazione automatica, traces/metrics/logs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kubeadm upgrade — kubernetes.io — procedura ufficiale di upgrade step by step: drain, upgrade, uncordon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PromQL: Query e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PromQL Cheat Sheet — PromLabs — reference card completa: selectors, aggregation operators, range vectors, functions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Awesome Prometheus Alerts — raccolta di 300+ alert PrometheusRule pronti all'uso: K8s, node, database, Redis, Kafka, Nginx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PromQL Examples — Sysdig — esempi pratici annotati per ogni tipo di query con spiegazioni dettagliate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Recording Rules — prometheus.io — ottimizza query frequenti e costose pre-calcolando time series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Dashboard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Modern Kubernetes Grafana Dashboards — dotdc — set moderno di dashboard K8s: namespace breakdown, workload, node metrics, con variabili e alerting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kube-prometheus-stack Chart Source — source del chart Helm con tutti i valori configurabili e le dashboard preinstallate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Dashboards Marketplace — dashboard community per K8s, node exporter, API server, etcd, CoreDNS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Logging e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Loki Documentation — log aggregation senza indicizzazione full-text: LogQL, labels, compaction, Promtail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Tempo Documentation — distributed tracing backend: ingestion Jaeger/Zipkin/OTLP, TraceQL, integration con Loki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OpenTelemetry Kubernetes Operator — deploy e gestione di collector OpenTelemetry come CRD in Kubernetes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Tool di Osservabilità e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K9s — terminal UI per Kubernetes: navigazione risorse, log in tempo reale, port-forward, shell nei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Lens — Kubernetes IDE — IDE desktop con dashboard Prometheus integrate, metriche live, terminal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Pixie — New Relic CNCF — osservabilità eBPF senza strumentazione del codice: request tracing automatico, profiling CPU, network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Komodor — timeline degli eventi K8s per correlazione e root cause analysis degli incidenti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Robusta — alerting basato su Prometheus con automazione della risposta: runbook automatici, enrichment degli alert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Metodologie di Osservabilità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USE Method — Brendan Gregg — Utilization/Saturation/Errors: framework per diagnosi sistematica dell'infrastruttura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RED Method — Tom Wilkie — Rate/Errors/Duration: framework per diagnosi dei microservizi e delle API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Google SRE Book — Monitoring Distributed Systems — capitolo gratuito del libro SRE di Google: white-box monitoring, black-box monitoring, sintomi v...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Four Golden Signals — Google SRE — latency, traffic, errors, saturation: i 4 segnali fondamentali per monitorare qualsiasi servizio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