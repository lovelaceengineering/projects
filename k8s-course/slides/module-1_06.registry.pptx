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744575"/>
            <a:ext cx="8520600" cy="205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Registry dei Container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595959"/>
                </a:solidFill>
              </a:defRPr>
            </a:pPr>
            <a:r>
              <a:t>Modulo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Obiettivi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Eseguire un registry locale per push e pull di immagini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Capire la differenza tra registry e repository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Interagire con registry remoti usando Docker, Podman e strumenti come `crane`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Registry Locale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Registry Locale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Un registry locale è utile per lo sviluppo e il testing, evitando di dipendere da un registry esterno.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Ispezionare il registry con `crane`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crane è uno strumento per interagire con i registry OCI senza Docker: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Interagire con Registry Remoti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Interagire con Registry Remoti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 comandi seguenti funzionano sia con docker che con podman.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Registry vs Repository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Registry vs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Registry: il server che ospita le immagini (es. docker.io, ghcr.io, registry.access.redhat.com)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Repository: una collezione di immagini con lo stesso nome ma tag diversi all'interno di un registry (es. library/nginx contiene nginx:latest, nginx...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Punti Chiave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Rivedere i concetti principali della lezione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Completare gli esercizi hands-on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Prepararsi per il prossimo incontro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