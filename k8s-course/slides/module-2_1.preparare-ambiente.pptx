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Preparare l'Ambiente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Opzioni di Deploy Locale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Opzioni di Deploy Locale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**minikube**: VM o container (Docker, QEMU, HyperKit)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**kind**: Kubernetes-in-Docker (nodi come container)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**kubeadm**: Installazione nativa su host/VM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minikube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minikube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minikube avvia un cluster Kubernetes completo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 una VM o in un container Docker.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kind (Kubernetes in Docker)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kind (Kubernetes in Docker)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kind crea cluster Kubernetes dove ogni "nodo" è un container Docker.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Perfetto per CI/CD e test veloci senza hypervisor.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kind Avanzato: Cilium e MetalLB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un cluster kind con CNI Cilium e supporto LoadBalancer (MetalLB):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kubeadm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kubeadm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kubeadm è lo strumento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ufficiale per installare Kubernetes su macchine Linux reali (VM o bare-metal).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Kubernetes Gestito in Cloud (EKS, GKE, AKS)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Kubernetes Gestito in Cloud (EKS, GKE, AKS)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Oltre alle installazioni locali, i cloud provider offrono Kubernetes gestito (managed): il control plane è mantenuto dal provider, tu gestisci solo i worker node e i workload.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**AWS**: EKS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**Google Cloud**: GKE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**Azure**: AKS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Managed vs Locale: Confronto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**Control plane**: Gestito da 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**Costo**: Gratuito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**Upgrade**: Manuale con kubeadm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**Networking**: CNI a scelta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**Storage**: Locale o NFS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**Caso d'uso**: Sviluppo, test, formazione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Kubeconfig e Contesti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Kubeconfig e Contesti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usa un file di configurazione (kubeconfig) per sapere a quale cluster connettersi,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 quali credenziali e in quale namespace. Per default è ~/.kube/config.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Struttura del Kubeconfig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context è la combinazione di: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cluster — indirizzo del server + certificato CA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user — credenziali (certificato client, token, o username/password)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namespace (opzionale) — namespace di default per i comandi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kubectx e kubens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chi gestisce molti cluster, kubectx semplifica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cambio di contesto e namespace: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minikube — Getting Started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kind — Quick Start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kubeadm — Creating a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Configuring Access to Multiple Clusters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kubectx + kubens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