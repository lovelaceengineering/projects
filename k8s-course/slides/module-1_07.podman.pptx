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Podman: Alternativa a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le differenze tra Podman e Docker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container con Podman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Utilizzare podman-compose e podman-pod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Cos'è Podman?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Cos'è Podman?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Podman è un'alternativa a Docker che non richiede un daemon in esecuzione. Ogni container è un processo figlio diretto del comando podman, il che lo rende più sicuro e compatibile con systemd.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Senza daemon: nessun processo centralizzato sempre in esecuzione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Rootless per default: può eseguire container senza privilegi di root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Compatibile con Docker: stessa sintassi dei comandi (podman run = docker run)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Supporto nativo ai Pod: il concetto di Pod (più container che condividono risorse) è integrato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Eseguire un Container con Podman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Eseguire un Container con Podman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L'immagine ubi è un'immagine minimale basata su Red Hat Universal Base Image — liberamente redistribuibile e supportata da Red Hat.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--rm rimuove il container al termine dell'esecuzione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-it esegue il container in modalità interattiva con un pseudo-TTY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Comandi Equivalenti Docker ↔ Podman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Comandi Equivalenti Docker ↔ Podman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run`: `podman run`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build`: `podman build`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images`: `podman images`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ps`: `podman ps`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pull`: `podman pull`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push`: `podman push`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 molti casi puoi semplicemente creare un alias: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Podman Pod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Podman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pod in Podman raggruppa più container che condividono lo stesso network namespace (esattamente come un Pod Kubernetes):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Podman Compose e Generazione YAML Kubernetes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podman-compose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Podman supporta i file docker-compose.yml tramite podman-compose: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Da Podman a Kubernetes: `podman generate kube`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Podman può generare manifest Kubernetes direttamente da container o pod in esecuzione — un ponte diretto tra sviluppo locale e deployment K8s: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Da Kubernetes a Podman: `podman play kube`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percorso inverso — esegui manifest Kubernetes direttamente con Podman, senza un cluster: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