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744575"/>
            <a:ext cx="8520600" cy="205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A237E"/>
                </a:solidFill>
              </a:defRPr>
            </a:pPr>
            <a:r>
              <a:t>Challenge: GitOps e Helm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595959"/>
                </a:solidFill>
              </a:defRPr>
            </a:pPr>
            <a:r>
              <a:t>Modulo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1. Helm Chart Author: Da Manifest a Chart Parametrizzato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1. Helm Chart Author: Da Manifest a Chart Parametrizzato (1)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Difficoltà: medium | Tempo stimato: 30–45 min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Converti un set di manifest Kubernetes raw in un Helm chart completo.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Parametrizza image.tag, replicaCount, resources, e variabili d'ambiente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usando values.yaml e template Go. Il chart deve passare helm lint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e installare correttamente su un cluster.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La struttura di un Helm chart (Chart.yaml, values.yaml, templates/)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Template Go: {{ .Values.* }}, {{ include }}, _helpers.tpl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1. Helm Chart Author: Da Manifest a Chart Parametrizzato (2)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usare helm template per debug e helm lint per validazione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11700" y="1500000"/>
            <a:ext cx="85206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2. GitOps Drift: ArgoCD Self-Heal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2. GitOps Drift: ArgoCD Self-Heal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Difficoltà: medium | Tempo stimato: 30–45 min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Configura un'Application ArgoCD da un repo Git, poi simula un drift manuale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(es. kubectl scale o kubectl edit) su una risorsa gestita. Osserva come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ArgoCD rileva il drift e corregge automaticamente lo stato entro 3 minuti.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ArgoCD confronta lo stato desiderato (Git) con lo stato attuale (cluster)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La differenza tra selfHeal: true e selfHeal: false nelle sync policy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Come leggere gli eventi di sync e i diff nell'UI di ArgoCD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11700" y="82925"/>
            <a:ext cx="8520600" cy="572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A237E"/>
                </a:solidFill>
              </a:defRPr>
            </a:pPr>
            <a:r>
              <a:t>Punti Chiave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1700" y="900000"/>
            <a:ext cx="8520600" cy="3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Rivedere i concetti principali della lezione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Completare gli esercizi hands-on</a:t>
            </a:r>
          </a:p>
          <a:p>
            <a:pPr>
              <a:spcAft>
                <a:spcPts val="400"/>
              </a:spcAft>
              <a:defRPr sz="1600">
                <a:solidFill>
                  <a:srgbClr val="333333"/>
                </a:solidFill>
              </a:defRPr>
            </a:pPr>
            <a:r>
              <a:t>• Prepararsi per il prossimo incontro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