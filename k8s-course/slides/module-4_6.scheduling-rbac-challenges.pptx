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Challenge: Scheduling, RBAC e Sicurezza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RBAC Least Privilege: Token Compromesso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RBAC Least Privilege: Token Compromesso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medium | Tempo stimato: 30–45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ServiceAccount token è stato compromesso. Analizza i permessi eccessivi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 kubectl auth can-i --list, riduci i privilegi senza rompere l'applicazione,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 verifica che il principio del minimo privilegio sia rispettato.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auditare i permessi di un ServiceAccount con can-i e RBAC lookup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differenza tra Role (namespace-scoped) e ClusterRole (cluster-wide)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ridurre i permessi incrementalmente senza causare downtime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MultiZone Spread: TopologySpreadConstraints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MultiZone Spread: TopologySpreadConstraints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medium | Tempo stimato: 30–45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Distribuisci 6 repliche di un Deployment uniformemente in 3 zone di disponibilità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usando topologySpreadConstraints. Verifica che nessuna zona abbia più del doppio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delle repliche di un'altra — la chiave per l'alta disponibilità.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funziona maxSkew e la differenza tra DoNotSchedule e ScheduleAnyway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relazione tra node label topology.kubernetes.io/zone e lo scheduling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verificare la distribuzione con kubectl get pods -o wide + filtri per nodo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