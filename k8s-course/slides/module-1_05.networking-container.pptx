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Networking dei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le modalità di rete disponibili in Docker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Sperimentare con le reti `none`, `host` e `bridge`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Condividere lo stack di rete tra container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Modalità di Rete in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Modalità di Rete in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offre diverse modalità di rete, ognuna con un caso d'uso specifico.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Nessuna rete (`--net=none`)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container ha solo l'interfaccia di loopback — nessun accesso alla rete: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Utile per container che non devono comunicare con l'esterno (es. job di calcolo batch).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Rete dell'host (`--network host`)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container condivide lo stack di rete dell'host — stesse interfacce, stessi IP, stesse porte: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Rete bridge (default)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non specifichi la rete, Docker usa la rete bridge di default. Il container ottiene un IP privato (tipicamente 172.17.0.x) e comunica con l'esterno via NAT: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Condividere la rete tra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Due container possono condividere lo stesso network namespace usando --net=container:&lt;nome&gt;: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Questo è lo stesso meccanismo usato dai Pod in Kubernetes: tutti i container di un Pod condividono lo stesso network namespace.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Reti User-Defined Bridge con DNS Automatico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Reti User-Defined Bridge con DNS Automatico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rete bridge di default (docker0) ha un limite importante: i container possono comunicarsi solo via IP, non per nome. Le reti user-defined risolvono questo problema fornendo un DNS integrato.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Default Bridge vs User-Defined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**DNS automatico**: No — solo IP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**Isolamento**: Tutti i container sulla stessa rete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**Connect/Disconnect**: Richiede restart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**Variabili d'ambiente**: Condivise via `--link` (deprecato)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Docker Compose — Orchestrare Multi-Container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Come Funziona la Rete in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Compose crea automaticamente una rete user-defined per ogni progetto. Tutti i servizi possono comunicarsi usando il nome del servizio come hostname: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Non serve configurare nulla: il DNS è automatico.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Risorse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Networking Overview — docs.docker.com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Bridge Network Driver — docs.docker.com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Compose Overview — docs.docker.com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Compose File Reference — docs.docker.com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Kompose — Kubernetes + Compose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