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Creare e Containerizzare un'Applicazione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Containerizzare un'applicazione in diversi linguaggi (Node.js, Go, Python, Java)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Scrivere un Dockerfile base e uno ottimizzato con multi-stage build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Costruire e testare l'immagine risultante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Crea l'applicazione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 una directory per il progetto e i file necessari: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Scrivi il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L'installazione delle dipendenze (npm install) avviene dentro il container durante la build — non serve avere npm installato sull'host: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Build 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Apri il browser su http://localhost:3000 per verificare.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Controlla i container in esecuzione: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Crea l'applicazione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Questa applicazione Flask ascolta sulla porta 5000 e restituisce un messaggio "Hello, Docker!".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Java (Spring Boot)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Crea l'applicazione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Puoi generare un'applicazione Spring Boot usando Spring Initializr: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Project: Maven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Language: Java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Spring Boot: 2.7.x o successivo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Dependencies: Spring Web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Aggiungi il seguente codice al file Application.java: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Compila il progetto per generare il JAR: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Crea l'applicazione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file JAR verrà creato in target/myapp-0.0.1-SNAPSHOT.jar.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`.dockerignore` — Ottimizzare il Build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`HEALTHCHECK` — Monitorare la Salute del Container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`HEALTHCHECK` — Monitorare la Salute del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L'istruzione HEALTHCHECK permette a Docker di verificare periodicamente se l'applicazione nel container funziona correttamente: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`--interval`: 30s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`--timeout`: 30s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`--start-period`: 0s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`--retries`: 3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Dopo il HEALTHCHECK, docker ps mostra una colonna STATUS con lo stato di salute: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Checklist Best Practice per Dockerfile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Checklist Best Practice per Dockerfile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di fare push di un'immagine, verifica questa checklist: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Tag specifico per l'immagine base — FROM node:18-slim, mai FROM node:latest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.dockerignore presente — escludi node_modules, .git, .env, file di build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Dipendenze prima, codice dopo — COPY package.json → RUN npm install → COPY . . per sfruttare la cache dei layer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Utente non-root — aggiungi RUN adduser -D appuser &amp;&amp; USER appuser prima del CMD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HEALTHCHECK configurato — o readiness probe se deployato su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Multi-stage build per linguaggi compilati (Go, Java, Rust) — riduci dimensione finale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Checklist Best Practice per Dockerfile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Nessun segreto nel Dockerfile — no ENV API_KEY=..., usa build args o mount secrets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[ ] .dockerignore include .env — mai copiare credenziali nell'immagine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