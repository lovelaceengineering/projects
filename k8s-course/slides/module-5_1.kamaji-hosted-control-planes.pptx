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Kamaji — Hosted Control Planes per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Spiegare il pattern *hosted control plane* e quando sceglierlo invece di kubeadm o managed Kubernetes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Installare Kamaji su un cluster k3s con i suoi prerequisiti (cert-manager, datastore)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Creare un `TenantControlPlane` e ispezionare i Pod che compongono il control plane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Far entrare due worker node nel control plane tenant con `kubeadm join`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Teoria (50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Il pattern "Hosted Control Plane"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cluster Kubernetes "classico" (es. creato con kubeadm) esegue il control plane — apiserver,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controller-manager, scheduler, etcd — come processi/statici Pod sui nodi control plane.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Ogni cluster porta con sé il costo fisso di almeno 3 VM control plane per l'alta disponibilità.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Nel pattern *hosted control plane* (HCP) questa relazione viene ribaltata: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control plane di ogni cluster tenant gira come un insieme di Pod nel *management cluster*.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 worker node del tenant sono VM normali che si collegano al control plane come qualsiasi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altro worker kubeadm.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Il pattern "Hosted Control Plane"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Densità: N control plane condividono le stesse VM di management (→ costo ammortizzato)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Lifecycle management: upgrade, backup, restart → sono solo operazioni Kubernetes sul management cluster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Time-to-cluster: creare un nuovo cluster = creare una CR; ~30 secondi vs minuti/ore di kubeadm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Kamaji in una frase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Sito: &lt;https://kamaji.clastix.io/&gt;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 componenti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**kamaji controller manager**: Reconcilia i CR `TenantControlPlane`, crea Pod/Service/Secret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**DataStore CRD**: Punta a un backend (etcd, MySQL, PostgreSQL, kine/NATS) condiviso o per-tenant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**TenantControlPlane CRD**: Specifica versione k8s, replicas del CP, datastore, service type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**cert-manager**: Dipendenza: firma tutti i certificati PKI del tenant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**Service di esposizione**: `NodePort`, `LoadBalancer` o `ClusterIP` — è l'endpoint API del tenant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TenantControlPlane minimale: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Kamaji vs le 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**kubeadm**: VM dedicate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**Kamaji**: Pod sul mgmt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**vCluster**: Pod sul mgmt (syncer)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**Cluster API**: Varia per provider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**EKS/GKE/AKS**: Gestito dal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Hands-on Guidato (90 min)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Hands-on Guidato (90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playground kamaji-lab fornisce 3 macchine: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mgmt-cp — k3s single-node + Helm; qui installeremo Kamaji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tenant-worker-01, tenant-worker-02 — worker vuoti che uniremo al tenant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Lo script di init installa già k3s, Helm, cert-manager e Kamaji. Gli esercizi partono dal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cluster di management già pronto.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Esercizio 1 — Esplorare il cluster di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Dalla shell di mgmt-cp: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 nodo mgmt-cp in Ready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Pod kamaji-* nel namespace kamaji-system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Pod cert-manager-* nel namespace cert-manager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CRD tenantcontrolplanes.kamaji.clastix.io e datastores.kamaji.clastix.io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Ispeziona il DataStore di default: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Esercizio 2 — Creare un TenantControlPlane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Quando il campo STATUS passa a Ready, ispeziona cosa è stato creato: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Estrai il kubeconfig del tenant: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Esercizio 3 — Unire i worker al tenant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Kamaji non gestisce i worker: li tratta come nodi esterni che si registrano via kubeadm.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Genera il join command sul cluster tenant (continuando ad usare KUBECONFIG=/root/tenant-demo.kubeconfig):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Copia il comando e lancialo via ssh sulle due VM worker: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Dopo ~30 secondi, sul tenant: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Esercizio 4 — Deploy + isolamento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Deploy di un'app nel cluster tenant: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Verifica che i Pod girino sui worker del tenant, non sul management: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Questo dimostra l'isolamento workload: mgmt e tenant hanno API server, etcd, PKI 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scheduler completamente separati. L'unica superficie condivisa sono i Pod del CP del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tenant nel namespace tenants.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Capstone Challenge (30 min)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Self-Study Assignment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Leggere la documentazione Kamaji sulle guide "Getting Started" e "Datastore".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Esplorare la pagina Concepts — in particolare le sezioni *TenantControlPlane* e *DataStore*.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Confrontare Kamaji con vCluster leggendo i rispettivi "When to use": annotare 3 differenze pratiche e in quale scenario sceglieresti l'uno o l'altro.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Dove andare da qui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Dove andare da qui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Cluster API con Kamaji: Kamaji provider for CAPI — orchestrare l'intera lifecycle (CP + workers) in modo dichiarativo.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Datastore per-tenant: separare etcd fisico per team ad alta sensibilità.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GitOps dei tenant: gestire i CR TenantControlPlane con ArgoCD per un self-service catalog di cluster.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