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Challenge: Internals di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Container a Mano: Namespaces e pivot_root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Container a Mano: Namespaces e pivot_root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hard | Tempo stimato: 45–60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 un ambiente containerizzato senza Docker, usando solo i primitivi Linux: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unshare per i namespace e pivot_root per isolare il filesystem.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Questo esercizio ti porta "sotto il cofano" per capire esattamente cosa fa Docker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lancia un container — dalla creazione dei namespace PID/NET/MNT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fino all'isolamento del root filesystem.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funzionano unshare e i Linux namespace in pratica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Container a Mano: Namespaces e pivot_root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differenza tra chroot e pivot_root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Perché il PID 1 nel container è diverso dal PID host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Il Detective dei Cgroup: OOM Diagnostics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Il Detective dei Cgroup: OOM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container in produzione continua a riavviarsi senza messaggi di errore chiari.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tuo compito è diagnosticare l'OOM kill usando i cgroup v2: leggere memory.events,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analizzare memory.max vs memory.current, e correggere il memory limit.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leggere i file del cgroup v2 (/sys/fs/cgroup/...)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differenza tra OOM kill del kernel e OOM kill di Docker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impostare limiti di memoria realistici basandoti sul profilo di consumo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