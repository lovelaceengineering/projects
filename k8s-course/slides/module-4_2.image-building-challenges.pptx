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744575"/>
            <a:ext cx="8520600" cy="205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t>Challenge: Image Building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595959"/>
                </a:solidFill>
              </a:defRPr>
            </a:pPr>
            <a:r>
              <a:t>Modulo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1. Dockerfile Diet: Da 800MB a sotto 20MB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1. Dockerfile Diet: Da 800MB a sotto 20MB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Difficoltà: medium | Tempo stimato: 30–45 min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Parti da un Dockerfile naif che produce un'immagine da ~800MB e risolvi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4 problemi distinti: peso eccessivo, processo che gira come root, build artifacts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rimasti nell'immagine finale, e una secret hardcodata nel layer history.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L'immagine finale deve stare sotto 20MB, girare come utente non-root,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 non avere secret visibili nella history.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Multi-stage build per separare build e runtime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1. Dockerfile Diet: Da 800MB a sotto 20MB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Immagini distroless e scratch per ridurre la superficie d'attacco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Come le secret nei layer Docker restano nella history anche dopo RUN 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2. Registry Privato: Setup e Integrazione Containerd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2. Registry Privato: Setup e Integrazione Containerd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Difficoltà: easy | Tempo stimato: 20–30 min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Configura un registry Docker privato locale, fai push di un'immagine,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 configura containerd per usarlo come mirror. Confronta il comportamento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di docker pull vs nerdctl pull per capire le differenze tra i runtime.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Come funziona il registry OCI (API v2) sotto il cofano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Configurazione di containerd per registry mirror e insecure registries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La differenza pratica tra Docker CLI e nerdctl/containerd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Punti Chiave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Rivedere i concetti principali della lezione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Completare gli esercizi hands-on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Prepararsi per il prossimo incontro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