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Volumi e Dati Persistenti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la differenza tra un volume e un bind mount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e gestire volumi con Docker e Podman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Persistere i dati oltre il ciclo di vita del container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Il Problema: i Dati nel Container Sono Effimeri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Bind 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Bind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bind mount monta una directory dell'host direttamente nel container: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Sintassi Docker (classica con -v):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Sintassi Podman (con --mount):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Esercizio: Bind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Scrivi qualcosa dal container: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contenuto è condiviso in tempo reale tra host e container.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Volumi Docker/Podman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Volumi Docker/Podman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volume è gestito dal runtime (Docker o Podman) e ha un ciclo di vita indipendente dal container: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Volume vs Bind Mount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Volume vs Bind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**Gestione**: Manuale (path sull'host)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**Portabilità**: Dipende dal path dell'host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**Backup**: Copia manuale della directory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**Caso d'uso**: Sviluppo locale, config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Comandi Utili per i Volumi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tmpfs Mount — Storage in 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tmpfs Mount — Storage in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**Dove vive**: Filesystem host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**Persistenza**: Sì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**Performance**: Disco host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**Caso d'uso**: Sviluppo, config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Backup e Restore di un Volume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Backup e Restore di un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Pattern comune per creare un backup di un volume Docker usando un container busybox con tar: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