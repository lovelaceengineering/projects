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Sotto il Cofano — Internals di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Obiettivi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Descrivere la catena di esecuzione Docker (CLI → daemon → containerd → runc → kernel)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Spiegare i 7 Linux namespaces e come Docker li usa per isolare i container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Leggere le metriche cgroup v2 di un container in esecuzione e diagnosticare un OOM kill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Navigare la struttura OverlayFS di un container e capire il copy-on-write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Creare manualmente un network namespace con veth pair e capire come i container comunicano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Applicare `nsenter` e `unshare` per entrare e creare namespace dal vivo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Teoria (50 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L'Architettura di Docker: dalla CLI al Kernel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Quando esegui docker run nginx, dietro le quinte avviene una catena di deleghe: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Perché questa separazione?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dockerd gestisce l'API, le immagini, i volumi e la rete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containerd gestisce il ciclo di vita dei container (start, stop, snapshot)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runc è il componente che *effettivamente* crea i namespace e applica i cgroup — è un binario piccolo e senza dipendenze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containerd-shim rimane in esecuzione anche dopo che runc esce, tenendo aperti gli stdin/stdout del container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Questo design permette di aggiornare dockerd senza killare i container esistenti.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L'Architettura di Docker: dalla CLI al Kernel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Puoi verificare l'albero di processi mentre un container è in esecuzione: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Linux Namespaces: l'Illusione dell'Isolamento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namespace è un wrapper del kernel attorno a una risorsa globale che fa sembrare al processo che vive al suo interno di avere la propria istanza privata di quella risorsa.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Docker usa 7 namespace (tutti creati con clone(2) al momento della creazione del container):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**Mount (mnt)**: `CLONE_NEWNS`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**Process ID (pid)**: `CLONE_NEWPID`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**Network (net)**: `CLONE_NEWNET`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**IPC**: `CLONE_NEWIPC`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**UTS**: `CLONE_NEWUTS`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Linux Namespaces: l'Illusione dell'Isolamento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**User**: `CLONE_NEWUSER`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**Cgroup**: `CLONE_NEWCGROUP`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 syscall fondamentali sono: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clone(2) — crea un nuovo processo in uno o più namespace nuovi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unshare(2) — sposta il processo corrente in nuovi namespace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setns(2) — entra in un namespace esistente (usato da docker exec)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Ispezione dei Namespace di un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Ogni processo ha i propri namespace visibili in /proc/&lt;pid&gt;/ns/: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Entrare in un Namespace con `nsenter`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docker exec usa setns() per entrare nei namespace del container. Puoi fare la stessa cosa manualmente: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Il Namespace PID: PID 1 nel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Dentro un container, il processo principale vede se stesso come PID 1: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Il Namespace User: Rootless Containers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user namespace è il più potente: permette di mappare UID 0 (root) nel container a un UID non privilegiato sull'host. Questo è il fondamento dei rootless containers.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cgroups v2: Limiti di Risorse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 control groups (cgroups) sono la tecnologia del kernel Linux che permette di limitare, misurare e isolare l'utilizzo di risorse (CPU, RAM, I/O, PID) di un insieme di processi.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Docker usa cgroups v2 (unified hierarchy) su versioni kernel moderne (≥ 5.0) e distribuzioni come Ubuntu 22.04+, RHEL 9+.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filesystem di cgroup è montato su /sys/fs/cgroup/. Ogni container Docker ottiene un cgroup dedicato sotto: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Le Risorse Controllabili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`memory.max`: Limite massimo di RAM in byte (`max` = illimitato)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`memory.current`: RAM attualmente usata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`memory.events`: Contatori OOM (oom_kill, oom)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`cpu.max`: Quota CPU: `&lt;quota_us&gt; &lt;period_us&gt;` — es. `100000 100000` = 1 core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`cpu.stat`: Statistiche CPU (usage_usec, throttled_usec)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`pids.max`: Numero massimo di processi (prevenzione fork bomb)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`io.max`: Limiti di I/O su disco per dispositivo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Rilevare un OOM 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Quando un container supera il limite di memoria, il kernel Linux attiva l'OOM (Out-Of-Memory) killer che termina il processo.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Verificare i Limiti dall'interno del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Interessante: i container "vedono" il loro cgroup grazie al cgroup namespace: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OverlayFS: Il Filesystem a Strati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OverlayFS è il union filesystem usato da Docker come storage driver (overlay2). Permette di sovrapporre directory read-only con un layer read-write, creando una vista unificata.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Il Concetto di Union Mount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L'idea fondamentale: più directory ("branch") vengono fuse in un'unica vista unificata. In caso di conflitto (stesso file in più layer), vince il layer più in alto.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Come Docker usa OverlayFS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Docker monta l'overlay con un comando simile a questo (semplificato):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 quattro directory rilevanti per ogni container: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`lowerdir`: Stack di layer read-only dell'immagine (separati da `:`)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`upperdir`: Layer read-write del container (le modifiche)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`workdir`: Directory di lavoro interna per operazioni atomiche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`merged`: Il filesystem che il container vede come `/`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Copy-on-Write (CoW)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Prima scrittura su un file che esiste solo in lowerdir: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1. Il file viene copiato da lowerdir a upperdir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2. La modifica viene applicata alla copia in upperdir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3. La vista merged mostra la versione modificata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Cancellazione di un file da lowerdir: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Viene creato un whiteout file in upperdir (un file speciale con modo c 0 0)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La vista merged non mostra più il file, ma il layer inferiore non viene toccato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Sharing dei Layer tra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Più container che usano la stessa immagine base condividono i lowerdir — nessuna copia: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Container Networking: veth, Bridge e NAT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Quando Docker crea un container con la configurazione di rete di default (--network bridge), costruisce un piccolo stack di rete virtuale: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I Componenti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docker0 bridge: Un'interfaccia di rete virtuale sull'host, funziona come uno switch Layer 2. Tutti i container connessi alla rete bridge di default sono "collegati" a questo bridge.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veth pair: Una coppia di interfacce di rete virtuali collegate come un tubo — quello che entra da un lato esce dall'altro. Docker crea una coppia per ogni container: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Un'estremità rimane nel network namespace dell'host (appare come vethXXXXXX con ip link)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L'altra estremità va nel network namespace del container (appare come eth0)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iptables: Docker gestisce automaticamente regole iptables per: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NAT/MASQUERADE: i container usano l'IP dell'host per accedere a internet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DNAT: il port mapping -p 8080:80 traduce le connessioni in arrivo verso il container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Reti User-Defined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 reti create con docker network create usano un bridge separato e offrono DNS integrato (i container si trovano per nome):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Security Primitives: Capabilities e Seccomp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Storicamente, i processi Linux sono o root (con tutti i privilegi) o non-root (senza). Le capabilities spezzano questi privilegi in unità granulari.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Linux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Docker rimuove la maggior parte delle capabilities per default, lasciando solo quelle necessarie: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Seccomp: Filtro Syscall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Seccomp (Secure Computing Mode) filtra le system call che un container può eseguire. Docker applica un profilo seccomp di default che blocca ~44 syscall pericolose.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Hands-on Guidato (90 min)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Esercizio 2 — Container "a Mano" con `unshare`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Creiamo un container manualmente, senza Docker: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Capstone Challenge (30 min)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Riepilogo Concetti Chiave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Riepilogo Concetti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Namespaces: Isolamento (vista)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cgroups v2: Limitazione (risorse)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OverlayFS: Filesystem a layer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veth + bridge: Rete virtuale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Capabilities: Privilegi granulari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Self-Study Assignment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Self-Study Assignment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 questi tutorial interattivi su iximiuz Labs prima del prossimo incontro (60–90 min totali). Ogni tutorial ha un playground integrato dove puoi eseguire i comandi direttamente nel browser: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:content: tutorials.container-filesystem-from-scratch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:content: tutorials.container-networking-from-scratch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:content: tutorials.controlling-process-resources-with-cgroups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Letture di approfondimento: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How Docker Actually Works — catena di esecuzione, OCI, networking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Deep Dive into Docker Union Filesystem — OverlayFS, CoW, whiteout files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Self-Study Assignment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Container Architecture: Namespaces, cgroups, OverlayFS — overview completo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Per andare ancora più a fondo: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Risorse Aggiuntive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Specifiche e Standard Ufficiali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OCI Runtime Specification — il contratto che ogni container runtime deve implementare: lifecycle, process, mounts, hooks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OCI Image Specification — formato standardizzato di immagine: manifest JSON, image config, layers tar.gz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OCI Distribution Specification — API REST dei container registry (push, pull, discover, referrers)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Linux man7: namespaces(7) — documentazione canonica kernel Linux sui namespace: tipi, API, semantica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Linux man7: cgroups(7) — control groups v1 e v2 a confronto, interfacce del kernel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Linux Kernel Docs: Control Groups v2 — guida ufficiale del kernel con tutti i controller disponibili (cpu, memory, io, pid)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Docker Engine Security — panoramica sicurezza: namespace, cgroup, capabilities, seccomp, AppArmor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Blog e Articoli Tecnici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Julia Evans — What even is a container? — spiegazione chiara e accessibile con disegni a matita, ottimo punto di partenza assoluto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Julia Evans — How containers work: overlayfs — OverlayFS spiegato con esempi pratici, whiteout files, copy-on-write layer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Ivan Velichko — Container Learning Path (iximiuz.com) — percorso di apprendimento strutturato da zero agli internals avanzati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Martin Heinz — Deep Dive into Docker's Overlay Filesystem — OverlayFS in profondità: layer ordering, benchmark, casi d'uso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Jérôme Petazzoni — container.training — materiale formativo completo sui container, liberamente disponibile con slide e lab interattivi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Brendan Gregg — Linux Performance Tools — mappa completa degli strumenti di performance e profiling su Linux (cgroup, perf, ftrace, bpftrace)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Video Fondamentali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"Containers From Scratch" — Liz Rice (GOTO 2018) — live coding di un container in Go in 30 minuti: fork, namespace, cgroup, pivot_root. Assolutamen...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"Cgroups, namespaces, and beyond" — Jérôme Petazzoni (DockerCon 2015) — il talk che ha reso comprensibili gli internals dei container a migliaia di...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"CAP_NET_RAW and ARP Spoofing in Your Cluster" — Liz Rice (KubeCon NA 2019) — live demo di come la capability CAP_NET_RAW abilita attacchi ARP/DNS ...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Strumenti e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lizrice/containers-from-scratch — codice sorgente Go del talk GOTO: container implementato in ~100 righe, da studiare riga per riga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p8952/bocker — Docker reimplementato in 100 righe di bash, estremamente didattico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opencontainers/runc — runtime OCI di riferimento usato da Docker, containerd, CRI-O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containers/crun — runtime OCI scritto in C, ultra-leggero (~700KB), usato da Podman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seccomp Profiles for Docker — profili seccomp predefiniti e come creare profili personalizzati con --security-opt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Approfondimenti Avanzati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LWN.net — Namespaces in operation (serie completa) — serie di articoli tecnici su tutti i tipi di namespace: mount, pid, network, user, cgroup, uts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LWN.net — A decade of container security — evoluzione della sicurezza dei container nel kernel Linux negli ultimi 10 anni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Quarkslab — Analysis of runc — analisi di sicurezza di runc: vulnerabilità storiche (CVE-2019-5736), escape, best practice attuali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