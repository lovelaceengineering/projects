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744575"/>
            <a:ext cx="8520600" cy="205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237E"/>
                </a:solidFill>
              </a:defRPr>
            </a:pPr>
            <a:r>
              <a:t>Scheduling, RBAC e Sicurezza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595959"/>
                </a:solidFill>
              </a:defRPr>
            </a:pPr>
            <a:r>
              <a:t>Modulo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Obiettivi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Progettare un sistema RBAC con Role, ClusterRole, RoleBinding e ServiceAccount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Applicare il principio del minimo privilegio e verificarlo con `kubectl auth can-i`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Distribuire workload in più zone con TopologySpreadConstraints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Configurare Taints e Tolerations per nodi dedicati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Fare hardening di un Pod usando SecurityContext (runAsNonRoot, readOnlyRootFilesystem, capabilities)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Applicare Pod Security Standards a un namespace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Teoria (50 min)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RBAC — Role-Based Access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Kubernetes RBAC risponde alla domanda: "chi può fare cosa su quali risorse?"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I 4 Oggetti RBAC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**Role**: Namespace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**ClusterRole**: Cluster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**RoleBinding**: Namespace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**ClusterRoleBinding**: Cluster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Subjects (chi ha i permessi):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User — utente umano (da certificato o OIDC token)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Group — gruppo di utenti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I 4 Oggetti RBAC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ServiceAccount — identità per i Pod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Role e ClusterRole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`get`: GET /resource/:name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`list`: GET /resource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`watch`: GET /resource?watch=true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`create`: POST /resource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`update`: PUT /resource/:name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`patch`: PATCH /resource/:name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`delete`: DELETE /resource/:name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Role e ClusterRole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`deletecollection`: DELETE /resource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`escalate`: speciale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`bind`: speciale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ServiceAccount per i Pod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Ogni Pod ha un ServiceAccount associato (default se non specificato).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Il token viene automontato in /var/run/secrets/kubernetes.io/serviceaccount/.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Verifica RBAC con `kubectl auth can-i`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Principio del minimo privilegio: ogni ServiceAccount deve avere solo i verbi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e le risorse strettamente necessarie per il funzionamento dell'applicazione.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cluster-admin è quasi sempre sbagliato — e pericoloso.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TopologySpreadConstraints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Distribuisce Pod uniformemente su zone, nodi, o qualsiasi topology key.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whenUnsatisfiable values: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DoNotSchedule — il Pod rimane Pending finché il constraint non può essere soddisfatto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ScheduleAnyway — schedula comunque ma minimizza lo skew (best-effort)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Taints e Tolerations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 Taints su un nodo respingono i Pod che non hanno la toleration corrispondente.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Linux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 container Docker ereditano un sottoinsieme di capabilities Linux: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Docker include di default: CHOWN, DAC_OVERRIDE, FSETID, FOWNER, MKNOD, NET_RAW,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SETGID, SETUID, SETFCAP, SETPCAP, NET_BIND_SERVICE, SYS_CHROOT, KILL, AUDIT_WRITE.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Best practice: drop ALL, aggiungi solo quello che serve: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Pod Security Standards (PSS)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PSS sostituisce PodSecurityPolicy (rimossa in K8s 1.25) con tre livelli predefiniti: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**Privileged**: Nessuna restrizione (per componenti di sistema)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**Baseline**: Vieta: privileged container, hostNetwork, hostPID, hostPath, porte &lt; 1024...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**Restricted**: Aggiunge: runAsNonRoot, readOnlyRootFilesystem, drop ALL capabilities, seccomp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CRD e Operators: Estendere l'API Kubernetes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Le Custom Resource Definitions (CRD) permettono di aggiungere nuovi tipi di risorse all'API Kubernetes — senza modificare il codice del cluster.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Hai già incontrato diverse CRD in questo corso: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ServiceMonitor (Prometheus Operator) — per configurare il monitoring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Application (ArgoCD) — per il GitOps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PrometheusRule — per gli alert custom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Un Operator è un controller che gestisce il ciclo di vita di un'applicazione complessa usando CRD. L'operator osserva le risorse custom e reagisce (reconciliation loop):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**Prometheus Operator**: ServiceMonitor, PrometheusRule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CRD e Operators: Estendere l'API Kubernetes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**cert-manager**: Certificate, ClusterIssuer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**Strimzi**: Kafka, KafkaTopic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**CloudNativePG**: Cluster (PostgreSQL)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Admission Webhooks: Validazione e Mutazione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Gli Admission Webhooks sono il meccanismo con cui Kubernetes intercetta e modifica le richieste API *dopo* l'autenticazione e l'autorizzazione RBAC, ma *prima* della persistenza su etcd.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**Mutating**: Modifica il manifest in volo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**Validating**: Accetta o rifiuta il manifest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Pod Security Standards (PSS) che hai appena studiato è implementato come admission controller built-in. I policy engine esterni usano webhook: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**OPA Gatekeeper**: Validating webhook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**Kyverno**: Validating + Mutating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Hands-on Guidato (90 min — su iximiuz Labs)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Capstone Challenge — su Proxmox (ultime 2h)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Self-Study Assignment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Self-Study Assignment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Completa il seguente tutorial su iximiuz Labs: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:content: tutorials.docker-security-introduction-a859718d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Challenge consigliate su iximiuz Labs (cerca nella sezione Challenges):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Taints &amp; Tolerations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Pod Affinity/Anti-Affinity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"Kube Mysteries" series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RBAC Authorization — kubernetes.io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Self-Study Assignment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Pod Security Standards — kubernetes.io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SecurityContext — kubernetes.io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Scheduling Framework — kubernetes.io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Risorse Aggiuntive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Documentazione Ufficiale Kubernetes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RBAC Authorization — kubernetes.io — guida completa: Role, ClusterRole, RoleBinding, soggetti, aggregazione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Pod Security Standards — kubernetes.io — Privileged, Baseline, Restricted: cosa consente ogni livello con tabella comparativa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Security Context — kubernetes.io — tutti i campi securityContext per Pod e container con esempi pratici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Node Affinity — kubernetes.io — nodeSelector, affinity, anti-affinity, topology spread constraints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Taints and Tolerations — kubernetes.io — effetti NoSchedule, NoExecute, PreferNoSchedule con esempi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Resource Management — kubernetes.io — requests, limits, LimitRange, ResourceQuota per namespace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Guide e Benchmark di Sicurezza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NSA/CISA Kubernetes Hardening Guide — guida governativa alla sicurezza K8s: threat model, container hardening, network policies, audit logging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CIS Kubernetes Benchmark — standard di sicurezza per la configurazione del cluster (free download dopo registrazione)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CNCF Cloud Native Security Whitepaper — framework di sicurezza per ambienti cloud-native: supply chain, runtime, accesso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AWS EKS Security Best Practices — guida completa di sicurezza EKS, ampiamente applicabile a qualsiasi cluster K8s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Policy Engine 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OPA Gatekeeper — Open Policy Agent — policy engine: scrivi policy in Rego, enforcement via admission webhook, violation reports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Kyverno — policy engine nativo K8s: YAML-based, validate/mutate/generate, Kyverno CLI per CI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kube-bench — Aqua Security — verifica il cluster contro CIS Benchmark: identifica misconfigurazioni in minuti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Kubescape — ARMO — scansione del cluster contro NSA, MITRE ATT&amp;CK framework for Kubernetes, CIS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Runtime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Falco — CNCF — runtime security: rileva syscall anomale e comportamenti sospetti nei container in produzione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Trivy — Aqua Security — scanner all-in-one: vulnerabilità immagini, misconfigurazioni K8s YAML, secrets, SBOM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Starboard — Aqua Security — integra risultati di sicurezza (Trivy, Polaris, Conftest) come CRD native in Kubernetes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Blog e Articoli Tecnici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Ahmet Alp Balkan — Kubernetes RBAC tips and tricks — consigli pratici per un RBAC sicuro, minimale e manutenibile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Ivan Velichko — Kubernetes Pod Security Context (iximiuz.com) — securityContext esplorato dal punto di vista del kernel Linux: capabilities, seccom...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NCC Group — Understanding Kubernetes RBAC — analisi delle vulnerabilità RBAC più comuni: privilege escalation, token theft, bind escalation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Learnk8s — Scheduling in Kubernetes — come funziona lo scheduler: filter plugins, score plugins, binding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Strumenti di Audit e Visualizzazione RBAC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rbac-tool — analizza e visualizza le policy RBAC del cluster: chi può fare cosa, policy graph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kubectl-who-can — mostra chi può eseguire una specifica azione su una risorsa K8s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rakkess — matrice di accesso: mostra tutti i verbi che un utente può eseguire su ogni risorsa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Punti Chiave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Rivedere i concetti principali della lezione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Completare gli esercizi hands-on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Prepararsi per il prossimo incontro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